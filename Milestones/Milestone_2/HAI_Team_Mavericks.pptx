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4" r:id="rId4"/>
    <p:sldId id="285" r:id="rId5"/>
    <p:sldId id="258" r:id="rId6"/>
    <p:sldId id="259" r:id="rId7"/>
    <p:sldId id="277" r:id="rId8"/>
    <p:sldId id="281" r:id="rId9"/>
    <p:sldId id="278" r:id="rId10"/>
    <p:sldId id="282" r:id="rId11"/>
    <p:sldId id="280" r:id="rId12"/>
    <p:sldId id="263" r:id="rId13"/>
    <p:sldId id="264" r:id="rId14"/>
    <p:sldId id="265" r:id="rId15"/>
    <p:sldId id="283" r:id="rId16"/>
    <p:sldId id="286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6168"/>
    <a:srgbClr val="0090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2087E-204D-41ED-9C9F-D7B65B4C045F}" v="143" dt="2026-10-25T13:01:25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em Herish" userId="9bface77e817b5a2" providerId="LiveId" clId="{67892E44-E0D3-4F5F-A8A5-78AED56959AB}"/>
    <pc:docChg chg="undo redo custSel addSld modSld sldOrd">
      <pc:chgData name="Kareem Herish" userId="9bface77e817b5a2" providerId="LiveId" clId="{67892E44-E0D3-4F5F-A8A5-78AED56959AB}" dt="2026-10-25T13:01:25.674" v="2116"/>
      <pc:docMkLst>
        <pc:docMk/>
      </pc:docMkLst>
      <pc:sldChg chg="addSp delSp modSp mod">
        <pc:chgData name="Kareem Herish" userId="9bface77e817b5a2" providerId="LiveId" clId="{67892E44-E0D3-4F5F-A8A5-78AED56959AB}" dt="2026-10-25T11:34:53.855" v="183" actId="478"/>
        <pc:sldMkLst>
          <pc:docMk/>
          <pc:sldMk cId="0" sldId="257"/>
        </pc:sldMkLst>
        <pc:spChg chg="add del">
          <ac:chgData name="Kareem Herish" userId="9bface77e817b5a2" providerId="LiveId" clId="{67892E44-E0D3-4F5F-A8A5-78AED56959AB}" dt="2026-10-25T11:33:14.120" v="175" actId="478"/>
          <ac:spMkLst>
            <pc:docMk/>
            <pc:sldMk cId="0" sldId="257"/>
            <ac:spMk id="4" creationId="{80732BAC-15DD-2AB9-2502-1686BDFF16B6}"/>
          </ac:spMkLst>
        </pc:spChg>
        <pc:spChg chg="add del mod">
          <ac:chgData name="Kareem Herish" userId="9bface77e817b5a2" providerId="LiveId" clId="{67892E44-E0D3-4F5F-A8A5-78AED56959AB}" dt="2026-10-25T11:34:53.855" v="183" actId="478"/>
          <ac:spMkLst>
            <pc:docMk/>
            <pc:sldMk cId="0" sldId="257"/>
            <ac:spMk id="47" creationId="{8D06E348-6A12-FDBF-1C7D-F1696059C0F7}"/>
          </ac:spMkLst>
        </pc:spChg>
      </pc:sldChg>
      <pc:sldChg chg="addSp modSp mod">
        <pc:chgData name="Kareem Herish" userId="9bface77e817b5a2" providerId="LiveId" clId="{67892E44-E0D3-4F5F-A8A5-78AED56959AB}" dt="2026-10-25T11:25:38.865" v="59" actId="1035"/>
        <pc:sldMkLst>
          <pc:docMk/>
          <pc:sldMk cId="0" sldId="263"/>
        </pc:sldMkLst>
        <pc:spChg chg="mod">
          <ac:chgData name="Kareem Herish" userId="9bface77e817b5a2" providerId="LiveId" clId="{67892E44-E0D3-4F5F-A8A5-78AED56959AB}" dt="2026-10-25T11:25:18.827" v="54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5:38.865" v="59" actId="1035"/>
          <ac:spMkLst>
            <pc:docMk/>
            <pc:sldMk cId="0" sldId="263"/>
            <ac:spMk id="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5:38.865" v="59" actId="1035"/>
          <ac:spMkLst>
            <pc:docMk/>
            <pc:sldMk cId="0" sldId="263"/>
            <ac:spMk id="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5:38.865" v="59" actId="1035"/>
          <ac:spMkLst>
            <pc:docMk/>
            <pc:sldMk cId="0" sldId="263"/>
            <ac:spMk id="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19:18.138" v="37" actId="122"/>
          <ac:spMkLst>
            <pc:docMk/>
            <pc:sldMk cId="0" sldId="263"/>
            <ac:spMk id="1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19:18.138" v="37" actId="122"/>
          <ac:spMkLst>
            <pc:docMk/>
            <pc:sldMk cId="0" sldId="263"/>
            <ac:spMk id="1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19:18.138" v="37" actId="122"/>
          <ac:spMkLst>
            <pc:docMk/>
            <pc:sldMk cId="0" sldId="263"/>
            <ac:spMk id="1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19:18.138" v="37" actId="122"/>
          <ac:spMkLst>
            <pc:docMk/>
            <pc:sldMk cId="0" sldId="263"/>
            <ac:spMk id="1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1:25.787" v="39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19:18.138" v="37" actId="122"/>
          <ac:spMkLst>
            <pc:docMk/>
            <pc:sldMk cId="0" sldId="263"/>
            <ac:spMk id="2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19:18.138" v="37" actId="122"/>
          <ac:spMkLst>
            <pc:docMk/>
            <pc:sldMk cId="0" sldId="263"/>
            <ac:spMk id="2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19:18.138" v="37" actId="122"/>
          <ac:spMkLst>
            <pc:docMk/>
            <pc:sldMk cId="0" sldId="263"/>
            <ac:spMk id="3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19:18.138" v="37" actId="122"/>
          <ac:spMkLst>
            <pc:docMk/>
            <pc:sldMk cId="0" sldId="263"/>
            <ac:spMk id="3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19:18.138" v="37" actId="122"/>
          <ac:spMkLst>
            <pc:docMk/>
            <pc:sldMk cId="0" sldId="263"/>
            <ac:spMk id="39" creationId="{00000000-0000-0000-0000-000000000000}"/>
          </ac:spMkLst>
        </pc:spChg>
        <pc:spChg chg="add mod">
          <ac:chgData name="Kareem Herish" userId="9bface77e817b5a2" providerId="LiveId" clId="{67892E44-E0D3-4F5F-A8A5-78AED56959AB}" dt="2026-10-25T11:19:07.269" v="36" actId="571"/>
          <ac:spMkLst>
            <pc:docMk/>
            <pc:sldMk cId="0" sldId="263"/>
            <ac:spMk id="43" creationId="{C8ADDB1B-BFA0-3E59-362A-9D02FDBA18CA}"/>
          </ac:spMkLst>
        </pc:spChg>
        <pc:spChg chg="add mod">
          <ac:chgData name="Kareem Herish" userId="9bface77e817b5a2" providerId="LiveId" clId="{67892E44-E0D3-4F5F-A8A5-78AED56959AB}" dt="2026-10-25T11:19:07.269" v="36" actId="571"/>
          <ac:spMkLst>
            <pc:docMk/>
            <pc:sldMk cId="0" sldId="263"/>
            <ac:spMk id="44" creationId="{D51336F1-897B-033A-5787-CADACA907992}"/>
          </ac:spMkLst>
        </pc:spChg>
        <pc:spChg chg="add mod">
          <ac:chgData name="Kareem Herish" userId="9bface77e817b5a2" providerId="LiveId" clId="{67892E44-E0D3-4F5F-A8A5-78AED56959AB}" dt="2026-10-25T11:19:07.269" v="36" actId="571"/>
          <ac:spMkLst>
            <pc:docMk/>
            <pc:sldMk cId="0" sldId="263"/>
            <ac:spMk id="45" creationId="{4055BFA3-6C75-C511-6C24-91FE481E4952}"/>
          </ac:spMkLst>
        </pc:spChg>
        <pc:spChg chg="add mod">
          <ac:chgData name="Kareem Herish" userId="9bface77e817b5a2" providerId="LiveId" clId="{67892E44-E0D3-4F5F-A8A5-78AED56959AB}" dt="2026-10-25T11:19:07.269" v="36" actId="571"/>
          <ac:spMkLst>
            <pc:docMk/>
            <pc:sldMk cId="0" sldId="263"/>
            <ac:spMk id="47" creationId="{A86222ED-2240-8D47-EB7A-1D6FF534BEC0}"/>
          </ac:spMkLst>
        </pc:spChg>
        <pc:spChg chg="add mod">
          <ac:chgData name="Kareem Herish" userId="9bface77e817b5a2" providerId="LiveId" clId="{67892E44-E0D3-4F5F-A8A5-78AED56959AB}" dt="2026-10-25T11:19:06.064" v="35" actId="571"/>
          <ac:spMkLst>
            <pc:docMk/>
            <pc:sldMk cId="0" sldId="263"/>
            <ac:spMk id="58" creationId="{B0437771-6982-5929-541A-2249CC7AC710}"/>
          </ac:spMkLst>
        </pc:spChg>
        <pc:spChg chg="add mod">
          <ac:chgData name="Kareem Herish" userId="9bface77e817b5a2" providerId="LiveId" clId="{67892E44-E0D3-4F5F-A8A5-78AED56959AB}" dt="2026-10-25T11:19:07.269" v="36" actId="571"/>
          <ac:spMkLst>
            <pc:docMk/>
            <pc:sldMk cId="0" sldId="263"/>
            <ac:spMk id="60" creationId="{0067CD02-8895-83BC-0FD5-F342069A07E8}"/>
          </ac:spMkLst>
        </pc:spChg>
        <pc:spChg chg="mod">
          <ac:chgData name="Kareem Herish" userId="9bface77e817b5a2" providerId="LiveId" clId="{67892E44-E0D3-4F5F-A8A5-78AED56959AB}" dt="2026-10-25T11:19:07.269" v="36" actId="571"/>
          <ac:spMkLst>
            <pc:docMk/>
            <pc:sldMk cId="0" sldId="263"/>
            <ac:spMk id="64" creationId="{1248FF61-628F-1B93-8DE4-1829977FAD95}"/>
          </ac:spMkLst>
        </pc:spChg>
        <pc:spChg chg="add mod">
          <ac:chgData name="Kareem Herish" userId="9bface77e817b5a2" providerId="LiveId" clId="{67892E44-E0D3-4F5F-A8A5-78AED56959AB}" dt="2026-10-25T11:19:07.269" v="36" actId="571"/>
          <ac:spMkLst>
            <pc:docMk/>
            <pc:sldMk cId="0" sldId="263"/>
            <ac:spMk id="65" creationId="{42770050-2548-2ABA-502E-1B1B8838721B}"/>
          </ac:spMkLst>
        </pc:spChg>
        <pc:spChg chg="add mod">
          <ac:chgData name="Kareem Herish" userId="9bface77e817b5a2" providerId="LiveId" clId="{67892E44-E0D3-4F5F-A8A5-78AED56959AB}" dt="2026-10-25T11:19:07.269" v="36" actId="571"/>
          <ac:spMkLst>
            <pc:docMk/>
            <pc:sldMk cId="0" sldId="263"/>
            <ac:spMk id="69" creationId="{D065F272-B022-FACD-EFC3-0E966F9C3EEB}"/>
          </ac:spMkLst>
        </pc:spChg>
        <pc:spChg chg="add mod">
          <ac:chgData name="Kareem Herish" userId="9bface77e817b5a2" providerId="LiveId" clId="{67892E44-E0D3-4F5F-A8A5-78AED56959AB}" dt="2026-10-25T11:19:07.269" v="36" actId="571"/>
          <ac:spMkLst>
            <pc:docMk/>
            <pc:sldMk cId="0" sldId="263"/>
            <ac:spMk id="71" creationId="{FF264020-60D2-3FC7-191A-732CC057A8F8}"/>
          </ac:spMkLst>
        </pc:spChg>
        <pc:spChg chg="add mod">
          <ac:chgData name="Kareem Herish" userId="9bface77e817b5a2" providerId="LiveId" clId="{67892E44-E0D3-4F5F-A8A5-78AED56959AB}" dt="2026-10-25T11:19:07.269" v="36" actId="571"/>
          <ac:spMkLst>
            <pc:docMk/>
            <pc:sldMk cId="0" sldId="263"/>
            <ac:spMk id="75" creationId="{3BAFB03B-947D-357E-155F-8AF73FDF8B1A}"/>
          </ac:spMkLst>
        </pc:spChg>
      </pc:sldChg>
      <pc:sldChg chg="modSp mod">
        <pc:chgData name="Kareem Herish" userId="9bface77e817b5a2" providerId="LiveId" clId="{67892E44-E0D3-4F5F-A8A5-78AED56959AB}" dt="2026-10-25T11:28:30.539" v="106" actId="20577"/>
        <pc:sldMkLst>
          <pc:docMk/>
          <pc:sldMk cId="0" sldId="264"/>
        </pc:sldMkLst>
        <pc:spChg chg="mod">
          <ac:chgData name="Kareem Herish" userId="9bface77e817b5a2" providerId="LiveId" clId="{67892E44-E0D3-4F5F-A8A5-78AED56959AB}" dt="2026-10-25T11:27:23.383" v="80" actId="10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8:30.539" v="106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7:27.409" v="91" actId="10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7:27.409" v="91" actId="1036"/>
          <ac:spMkLst>
            <pc:docMk/>
            <pc:sldMk cId="0" sldId="264"/>
            <ac:spMk id="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7:27.409" v="91" actId="10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7:27.409" v="91" actId="103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7:27.409" v="91" actId="103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7:27.409" v="91" actId="103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7:27.409" v="91" actId="103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27:27.409" v="91" actId="1036"/>
          <ac:spMkLst>
            <pc:docMk/>
            <pc:sldMk cId="0" sldId="264"/>
            <ac:spMk id="14" creationId="{00000000-0000-0000-0000-000000000000}"/>
          </ac:spMkLst>
        </pc:spChg>
      </pc:sldChg>
      <pc:sldChg chg="modSp mod">
        <pc:chgData name="Kareem Herish" userId="9bface77e817b5a2" providerId="LiveId" clId="{67892E44-E0D3-4F5F-A8A5-78AED56959AB}" dt="2026-10-25T11:30:42.933" v="146" actId="1036"/>
        <pc:sldMkLst>
          <pc:docMk/>
          <pc:sldMk cId="0" sldId="265"/>
        </pc:sldMkLst>
        <pc:spChg chg="mod">
          <ac:chgData name="Kareem Herish" userId="9bface77e817b5a2" providerId="LiveId" clId="{67892E44-E0D3-4F5F-A8A5-78AED56959AB}" dt="2026-10-25T11:30:42.933" v="146" actId="1036"/>
          <ac:spMkLst>
            <pc:docMk/>
            <pc:sldMk cId="0" sldId="265"/>
            <ac:spMk id="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30:42.933" v="146" actId="1036"/>
          <ac:spMkLst>
            <pc:docMk/>
            <pc:sldMk cId="0" sldId="265"/>
            <ac:spMk id="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30:42.933" v="146" actId="1036"/>
          <ac:spMkLst>
            <pc:docMk/>
            <pc:sldMk cId="0" sldId="265"/>
            <ac:spMk id="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30:42.933" v="146" actId="103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30:42.933" v="146" actId="103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30:42.933" v="146" actId="103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30:42.933" v="146" actId="103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30:42.933" v="146" actId="103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30:42.933" v="146" actId="103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30:42.933" v="146" actId="1036"/>
          <ac:spMkLst>
            <pc:docMk/>
            <pc:sldMk cId="0" sldId="265"/>
            <ac:spMk id="26" creationId="{00000000-0000-0000-0000-000000000000}"/>
          </ac:spMkLst>
        </pc:spChg>
      </pc:sldChg>
      <pc:sldChg chg="addSp delSp modSp mod addAnim delAnim modAnim">
        <pc:chgData name="Kareem Herish" userId="9bface77e817b5a2" providerId="LiveId" clId="{67892E44-E0D3-4F5F-A8A5-78AED56959AB}" dt="2026-10-25T13:01:25.674" v="2116"/>
        <pc:sldMkLst>
          <pc:docMk/>
          <pc:sldMk cId="0" sldId="266"/>
        </pc:sldMkLst>
        <pc:spChg chg="add del mod">
          <ac:chgData name="Kareem Herish" userId="9bface77e817b5a2" providerId="LiveId" clId="{67892E44-E0D3-4F5F-A8A5-78AED56959AB}" dt="2026-10-25T11:58:37.012" v="774" actId="478"/>
          <ac:spMkLst>
            <pc:docMk/>
            <pc:sldMk cId="0" sldId="266"/>
            <ac:spMk id="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09:00.722" v="833" actId="207"/>
          <ac:spMkLst>
            <pc:docMk/>
            <pc:sldMk cId="0" sldId="266"/>
            <ac:spMk id="6" creationId="{00000000-0000-0000-0000-000000000000}"/>
          </ac:spMkLst>
        </pc:spChg>
        <pc:spChg chg="del">
          <ac:chgData name="Kareem Herish" userId="9bface77e817b5a2" providerId="LiveId" clId="{67892E44-E0D3-4F5F-A8A5-78AED56959AB}" dt="2026-10-25T11:48:39" v="501" actId="21"/>
          <ac:spMkLst>
            <pc:docMk/>
            <pc:sldMk cId="0" sldId="266"/>
            <ac:spMk id="7" creationId="{00000000-0000-0000-0000-000000000000}"/>
          </ac:spMkLst>
        </pc:spChg>
        <pc:spChg chg="mod ord">
          <ac:chgData name="Kareem Herish" userId="9bface77e817b5a2" providerId="LiveId" clId="{67892E44-E0D3-4F5F-A8A5-78AED56959AB}" dt="2026-10-25T12:09:42.525" v="836" actId="207"/>
          <ac:spMkLst>
            <pc:docMk/>
            <pc:sldMk cId="0" sldId="266"/>
            <ac:spMk id="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05:14.881" v="822" actId="207"/>
          <ac:spMkLst>
            <pc:docMk/>
            <pc:sldMk cId="0" sldId="266"/>
            <ac:spMk id="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06:12.368" v="826" actId="108"/>
          <ac:spMkLst>
            <pc:docMk/>
            <pc:sldMk cId="0" sldId="266"/>
            <ac:spMk id="11" creationId="{00000000-0000-0000-0000-000000000000}"/>
          </ac:spMkLst>
        </pc:spChg>
        <pc:spChg chg="mod ord">
          <ac:chgData name="Kareem Herish" userId="9bface77e817b5a2" providerId="LiveId" clId="{67892E44-E0D3-4F5F-A8A5-78AED56959AB}" dt="2026-10-25T12:09:53.355" v="837" actId="20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01:38.498" v="813" actId="20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48:59.226" v="563" actId="1035"/>
          <ac:spMkLst>
            <pc:docMk/>
            <pc:sldMk cId="0" sldId="266"/>
            <ac:spMk id="14" creationId="{00000000-0000-0000-0000-000000000000}"/>
          </ac:spMkLst>
        </pc:spChg>
        <pc:spChg chg="mod ord">
          <ac:chgData name="Kareem Herish" userId="9bface77e817b5a2" providerId="LiveId" clId="{67892E44-E0D3-4F5F-A8A5-78AED56959AB}" dt="2026-10-25T12:09:53.355" v="837" actId="20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02:18.364" v="819" actId="20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48:59.226" v="563" actId="1035"/>
          <ac:spMkLst>
            <pc:docMk/>
            <pc:sldMk cId="0" sldId="266"/>
            <ac:spMk id="19" creationId="{00000000-0000-0000-0000-000000000000}"/>
          </ac:spMkLst>
        </pc:spChg>
        <pc:spChg chg="mod ord">
          <ac:chgData name="Kareem Herish" userId="9bface77e817b5a2" providerId="LiveId" clId="{67892E44-E0D3-4F5F-A8A5-78AED56959AB}" dt="2026-10-25T12:09:53.355" v="837" actId="20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02:14.285" v="818" actId="207"/>
          <ac:spMkLst>
            <pc:docMk/>
            <pc:sldMk cId="0" sldId="266"/>
            <ac:spMk id="2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48:59.226" v="563" actId="1035"/>
          <ac:spMkLst>
            <pc:docMk/>
            <pc:sldMk cId="0" sldId="266"/>
            <ac:spMk id="22" creationId="{00000000-0000-0000-0000-000000000000}"/>
          </ac:spMkLst>
        </pc:spChg>
        <pc:spChg chg="mod ord">
          <ac:chgData name="Kareem Herish" userId="9bface77e817b5a2" providerId="LiveId" clId="{67892E44-E0D3-4F5F-A8A5-78AED56959AB}" dt="2026-10-25T12:09:42.525" v="836" actId="207"/>
          <ac:spMkLst>
            <pc:docMk/>
            <pc:sldMk cId="0" sldId="266"/>
            <ac:spMk id="2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05:46.659" v="824" actId="207"/>
          <ac:spMkLst>
            <pc:docMk/>
            <pc:sldMk cId="0" sldId="266"/>
            <ac:spMk id="2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47:45.627" v="500" actId="103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59:17.348" v="809" actId="14100"/>
          <ac:spMkLst>
            <pc:docMk/>
            <pc:sldMk cId="0" sldId="266"/>
            <ac:spMk id="2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59:17.348" v="809" actId="14100"/>
          <ac:spMkLst>
            <pc:docMk/>
            <pc:sldMk cId="0" sldId="266"/>
            <ac:spMk id="2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1:59:17.348" v="809" actId="14100"/>
          <ac:spMkLst>
            <pc:docMk/>
            <pc:sldMk cId="0" sldId="266"/>
            <ac:spMk id="29" creationId="{00000000-0000-0000-0000-000000000000}"/>
          </ac:spMkLst>
        </pc:spChg>
        <pc:spChg chg="add mod ord">
          <ac:chgData name="Kareem Herish" userId="9bface77e817b5a2" providerId="LiveId" clId="{67892E44-E0D3-4F5F-A8A5-78AED56959AB}" dt="2026-10-25T11:50:17.648" v="624" actId="1035"/>
          <ac:spMkLst>
            <pc:docMk/>
            <pc:sldMk cId="0" sldId="266"/>
            <ac:spMk id="30" creationId="{34BAAD98-EBAC-7A9C-D279-3DF957947930}"/>
          </ac:spMkLst>
        </pc:spChg>
        <pc:spChg chg="add mod ord">
          <ac:chgData name="Kareem Herish" userId="9bface77e817b5a2" providerId="LiveId" clId="{67892E44-E0D3-4F5F-A8A5-78AED56959AB}" dt="2026-10-25T11:52:34.733" v="698" actId="1037"/>
          <ac:spMkLst>
            <pc:docMk/>
            <pc:sldMk cId="0" sldId="266"/>
            <ac:spMk id="31" creationId="{ED4EB990-6845-3E60-3846-3E62E3D1DBF4}"/>
          </ac:spMkLst>
        </pc:spChg>
        <pc:spChg chg="add mod ord">
          <ac:chgData name="Kareem Herish" userId="9bface77e817b5a2" providerId="LiveId" clId="{67892E44-E0D3-4F5F-A8A5-78AED56959AB}" dt="2026-10-25T11:52:23.923" v="688" actId="1038"/>
          <ac:spMkLst>
            <pc:docMk/>
            <pc:sldMk cId="0" sldId="266"/>
            <ac:spMk id="32" creationId="{D93FD4A6-0D84-0608-252B-B5E362388808}"/>
          </ac:spMkLst>
        </pc:spChg>
        <pc:spChg chg="add mod ord">
          <ac:chgData name="Kareem Herish" userId="9bface77e817b5a2" providerId="LiveId" clId="{67892E44-E0D3-4F5F-A8A5-78AED56959AB}" dt="2026-10-25T11:53:46.262" v="713" actId="1038"/>
          <ac:spMkLst>
            <pc:docMk/>
            <pc:sldMk cId="0" sldId="266"/>
            <ac:spMk id="33" creationId="{717148C6-C68B-D9A7-A34F-498E327921DA}"/>
          </ac:spMkLst>
        </pc:spChg>
        <pc:spChg chg="add mod ord">
          <ac:chgData name="Kareem Herish" userId="9bface77e817b5a2" providerId="LiveId" clId="{67892E44-E0D3-4F5F-A8A5-78AED56959AB}" dt="2026-10-25T11:53:49.309" v="714" actId="1038"/>
          <ac:spMkLst>
            <pc:docMk/>
            <pc:sldMk cId="0" sldId="266"/>
            <ac:spMk id="34" creationId="{8BA97C70-9D65-A73F-9C87-75833FA64F22}"/>
          </ac:spMkLst>
        </pc:spChg>
      </pc:sldChg>
      <pc:sldChg chg="modSp mod">
        <pc:chgData name="Kareem Herish" userId="9bface77e817b5a2" providerId="LiveId" clId="{67892E44-E0D3-4F5F-A8A5-78AED56959AB}" dt="2026-10-25T12:13:36.850" v="916" actId="1035"/>
        <pc:sldMkLst>
          <pc:docMk/>
          <pc:sldMk cId="0" sldId="267"/>
        </pc:sldMkLst>
        <pc:spChg chg="mod">
          <ac:chgData name="Kareem Herish" userId="9bface77e817b5a2" providerId="LiveId" clId="{67892E44-E0D3-4F5F-A8A5-78AED56959AB}" dt="2026-10-25T12:13:36.850" v="916" actId="1035"/>
          <ac:spMkLst>
            <pc:docMk/>
            <pc:sldMk cId="0" sldId="267"/>
            <ac:spMk id="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3:36.850" v="916" actId="1035"/>
          <ac:spMkLst>
            <pc:docMk/>
            <pc:sldMk cId="0" sldId="267"/>
            <ac:spMk id="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1:19.108" v="873" actId="103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1:19.108" v="873" actId="103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1:19.108" v="873" actId="1036"/>
          <ac:spMkLst>
            <pc:docMk/>
            <pc:sldMk cId="0" sldId="267"/>
            <ac:spMk id="2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1:19.108" v="873" actId="1036"/>
          <ac:spMkLst>
            <pc:docMk/>
            <pc:sldMk cId="0" sldId="267"/>
            <ac:spMk id="3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1:19.108" v="873" actId="1036"/>
          <ac:spMkLst>
            <pc:docMk/>
            <pc:sldMk cId="0" sldId="267"/>
            <ac:spMk id="4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1:19.108" v="873" actId="1036"/>
          <ac:spMkLst>
            <pc:docMk/>
            <pc:sldMk cId="0" sldId="267"/>
            <ac:spMk id="4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1:19.108" v="873" actId="1036"/>
          <ac:spMkLst>
            <pc:docMk/>
            <pc:sldMk cId="0" sldId="267"/>
            <ac:spMk id="5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1:19.108" v="873" actId="1036"/>
          <ac:spMkLst>
            <pc:docMk/>
            <pc:sldMk cId="0" sldId="267"/>
            <ac:spMk id="5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1:19.108" v="873" actId="1036"/>
          <ac:spMkLst>
            <pc:docMk/>
            <pc:sldMk cId="0" sldId="267"/>
            <ac:spMk id="52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1:19.108" v="873" actId="1036"/>
          <ac:spMkLst>
            <pc:docMk/>
            <pc:sldMk cId="0" sldId="267"/>
            <ac:spMk id="56" creationId="{00000000-0000-0000-0000-000000000000}"/>
          </ac:spMkLst>
        </pc:spChg>
      </pc:sldChg>
      <pc:sldChg chg="modSp mod">
        <pc:chgData name="Kareem Herish" userId="9bface77e817b5a2" providerId="LiveId" clId="{67892E44-E0D3-4F5F-A8A5-78AED56959AB}" dt="2026-10-25T12:16:04.241" v="1029" actId="1035"/>
        <pc:sldMkLst>
          <pc:docMk/>
          <pc:sldMk cId="0" sldId="268"/>
        </pc:sldMkLst>
        <pc:spChg chg="mod">
          <ac:chgData name="Kareem Herish" userId="9bface77e817b5a2" providerId="LiveId" clId="{67892E44-E0D3-4F5F-A8A5-78AED56959AB}" dt="2026-10-25T12:16:04.241" v="1029" actId="1035"/>
          <ac:spMkLst>
            <pc:docMk/>
            <pc:sldMk cId="0" sldId="268"/>
            <ac:spMk id="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6:04.241" v="1029" actId="1035"/>
          <ac:spMkLst>
            <pc:docMk/>
            <pc:sldMk cId="0" sldId="268"/>
            <ac:spMk id="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25.834" v="956" actId="1035"/>
          <ac:spMkLst>
            <pc:docMk/>
            <pc:sldMk cId="0" sldId="268"/>
            <ac:spMk id="1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25.834" v="956" actId="1035"/>
          <ac:spMkLst>
            <pc:docMk/>
            <pc:sldMk cId="0" sldId="268"/>
            <ac:spMk id="2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25.834" v="956" actId="1035"/>
          <ac:spMkLst>
            <pc:docMk/>
            <pc:sldMk cId="0" sldId="268"/>
            <ac:spMk id="2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25.834" v="956" actId="1035"/>
          <ac:spMkLst>
            <pc:docMk/>
            <pc:sldMk cId="0" sldId="268"/>
            <ac:spMk id="2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25.834" v="956" actId="1035"/>
          <ac:spMkLst>
            <pc:docMk/>
            <pc:sldMk cId="0" sldId="268"/>
            <ac:spMk id="4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25.834" v="956" actId="1035"/>
          <ac:spMkLst>
            <pc:docMk/>
            <pc:sldMk cId="0" sldId="268"/>
            <ac:spMk id="4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25.834" v="956" actId="1035"/>
          <ac:spMkLst>
            <pc:docMk/>
            <pc:sldMk cId="0" sldId="268"/>
            <ac:spMk id="4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25.834" v="956" actId="1035"/>
          <ac:spMkLst>
            <pc:docMk/>
            <pc:sldMk cId="0" sldId="268"/>
            <ac:spMk id="4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25.834" v="956" actId="1035"/>
          <ac:spMkLst>
            <pc:docMk/>
            <pc:sldMk cId="0" sldId="268"/>
            <ac:spMk id="6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25.834" v="956" actId="1035"/>
          <ac:spMkLst>
            <pc:docMk/>
            <pc:sldMk cId="0" sldId="268"/>
            <ac:spMk id="65" creationId="{00000000-0000-0000-0000-000000000000}"/>
          </ac:spMkLst>
        </pc:spChg>
      </pc:sldChg>
      <pc:sldChg chg="modSp mod">
        <pc:chgData name="Kareem Herish" userId="9bface77e817b5a2" providerId="LiveId" clId="{67892E44-E0D3-4F5F-A8A5-78AED56959AB}" dt="2026-10-25T12:18:07.836" v="1066" actId="20577"/>
        <pc:sldMkLst>
          <pc:docMk/>
          <pc:sldMk cId="0" sldId="269"/>
        </pc:sldMkLst>
        <pc:spChg chg="mod">
          <ac:chgData name="Kareem Herish" userId="9bface77e817b5a2" providerId="LiveId" clId="{67892E44-E0D3-4F5F-A8A5-78AED56959AB}" dt="2026-10-25T12:18:07.836" v="1066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6:55.749" v="1057" actId="1035"/>
          <ac:spMkLst>
            <pc:docMk/>
            <pc:sldMk cId="0" sldId="269"/>
            <ac:spMk id="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44.713" v="974" actId="1035"/>
          <ac:spMkLst>
            <pc:docMk/>
            <pc:sldMk cId="0" sldId="269"/>
            <ac:spMk id="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44.713" v="974" actId="1035"/>
          <ac:spMkLst>
            <pc:docMk/>
            <pc:sldMk cId="0" sldId="269"/>
            <ac:spMk id="1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44.713" v="974" actId="1035"/>
          <ac:spMkLst>
            <pc:docMk/>
            <pc:sldMk cId="0" sldId="269"/>
            <ac:spMk id="1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44.713" v="974" actId="103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44.713" v="974" actId="1035"/>
          <ac:spMkLst>
            <pc:docMk/>
            <pc:sldMk cId="0" sldId="269"/>
            <ac:spMk id="22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44.713" v="974" actId="1035"/>
          <ac:spMkLst>
            <pc:docMk/>
            <pc:sldMk cId="0" sldId="269"/>
            <ac:spMk id="2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44.713" v="974" actId="1035"/>
          <ac:spMkLst>
            <pc:docMk/>
            <pc:sldMk cId="0" sldId="269"/>
            <ac:spMk id="4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44.713" v="974" actId="1035"/>
          <ac:spMkLst>
            <pc:docMk/>
            <pc:sldMk cId="0" sldId="269"/>
            <ac:spMk id="4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44.713" v="974" actId="1035"/>
          <ac:spMkLst>
            <pc:docMk/>
            <pc:sldMk cId="0" sldId="269"/>
            <ac:spMk id="4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14:44.713" v="974" actId="1035"/>
          <ac:spMkLst>
            <pc:docMk/>
            <pc:sldMk cId="0" sldId="269"/>
            <ac:spMk id="60" creationId="{00000000-0000-0000-0000-000000000000}"/>
          </ac:spMkLst>
        </pc:spChg>
      </pc:sldChg>
      <pc:sldChg chg="addSp modSp mod">
        <pc:chgData name="Kareem Herish" userId="9bface77e817b5a2" providerId="LiveId" clId="{67892E44-E0D3-4F5F-A8A5-78AED56959AB}" dt="2026-10-25T12:27:12.136" v="1160" actId="20577"/>
        <pc:sldMkLst>
          <pc:docMk/>
          <pc:sldMk cId="0" sldId="270"/>
        </pc:sldMkLst>
        <pc:spChg chg="add mod">
          <ac:chgData name="Kareem Herish" userId="9bface77e817b5a2" providerId="LiveId" clId="{67892E44-E0D3-4F5F-A8A5-78AED56959AB}" dt="2026-10-25T12:15:03.062" v="976" actId="571"/>
          <ac:spMkLst>
            <pc:docMk/>
            <pc:sldMk cId="0" sldId="270"/>
            <ac:spMk id="2" creationId="{FB8320A3-8F77-B7DE-DC7B-8C8226C8F064}"/>
          </ac:spMkLst>
        </pc:spChg>
        <pc:spChg chg="mod">
          <ac:chgData name="Kareem Herish" userId="9bface77e817b5a2" providerId="LiveId" clId="{67892E44-E0D3-4F5F-A8A5-78AED56959AB}" dt="2026-10-25T12:27:12.136" v="1160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2:22.106" v="1094" actId="1035"/>
          <ac:spMkLst>
            <pc:docMk/>
            <pc:sldMk cId="0" sldId="270"/>
            <ac:spMk id="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2:46.636" v="1105" actId="1036"/>
          <ac:spMkLst>
            <pc:docMk/>
            <pc:sldMk cId="0" sldId="270"/>
            <ac:spMk id="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1:50.250" v="1068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2:46.636" v="1105" actId="1036"/>
          <ac:spMkLst>
            <pc:docMk/>
            <pc:sldMk cId="0" sldId="270"/>
            <ac:spMk id="2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2:46.636" v="1105" actId="1036"/>
          <ac:spMkLst>
            <pc:docMk/>
            <pc:sldMk cId="0" sldId="270"/>
            <ac:spMk id="2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3:25.950" v="1139" actId="1036"/>
          <ac:spMkLst>
            <pc:docMk/>
            <pc:sldMk cId="0" sldId="270"/>
            <ac:spMk id="2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3:25.950" v="1139" actId="1036"/>
          <ac:spMkLst>
            <pc:docMk/>
            <pc:sldMk cId="0" sldId="270"/>
            <ac:spMk id="2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2:46.636" v="1105" actId="1036"/>
          <ac:spMkLst>
            <pc:docMk/>
            <pc:sldMk cId="0" sldId="270"/>
            <ac:spMk id="32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3:25.950" v="1139" actId="1036"/>
          <ac:spMkLst>
            <pc:docMk/>
            <pc:sldMk cId="0" sldId="270"/>
            <ac:spMk id="3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3:25.950" v="1139" actId="1036"/>
          <ac:spMkLst>
            <pc:docMk/>
            <pc:sldMk cId="0" sldId="270"/>
            <ac:spMk id="4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3:25.950" v="1139" actId="1036"/>
          <ac:spMkLst>
            <pc:docMk/>
            <pc:sldMk cId="0" sldId="270"/>
            <ac:spMk id="4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3:25.950" v="1139" actId="1036"/>
          <ac:spMkLst>
            <pc:docMk/>
            <pc:sldMk cId="0" sldId="270"/>
            <ac:spMk id="5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2:46.636" v="1105" actId="1036"/>
          <ac:spMkLst>
            <pc:docMk/>
            <pc:sldMk cId="0" sldId="270"/>
            <ac:spMk id="5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2:46.636" v="1105" actId="1036"/>
          <ac:spMkLst>
            <pc:docMk/>
            <pc:sldMk cId="0" sldId="270"/>
            <ac:spMk id="6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3:25.950" v="1139" actId="1036"/>
          <ac:spMkLst>
            <pc:docMk/>
            <pc:sldMk cId="0" sldId="270"/>
            <ac:spMk id="6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2:46.636" v="1105" actId="1036"/>
          <ac:spMkLst>
            <pc:docMk/>
            <pc:sldMk cId="0" sldId="270"/>
            <ac:spMk id="6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3:25.950" v="1139" actId="1036"/>
          <ac:spMkLst>
            <pc:docMk/>
            <pc:sldMk cId="0" sldId="270"/>
            <ac:spMk id="6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3:25.950" v="1139" actId="1036"/>
          <ac:spMkLst>
            <pc:docMk/>
            <pc:sldMk cId="0" sldId="270"/>
            <ac:spMk id="7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3:25.950" v="1139" actId="1036"/>
          <ac:spMkLst>
            <pc:docMk/>
            <pc:sldMk cId="0" sldId="270"/>
            <ac:spMk id="75" creationId="{00000000-0000-0000-0000-000000000000}"/>
          </ac:spMkLst>
        </pc:spChg>
        <pc:spChg chg="add mod">
          <ac:chgData name="Kareem Herish" userId="9bface77e817b5a2" providerId="LiveId" clId="{67892E44-E0D3-4F5F-A8A5-78AED56959AB}" dt="2026-10-25T12:15:03.062" v="976" actId="571"/>
          <ac:spMkLst>
            <pc:docMk/>
            <pc:sldMk cId="0" sldId="270"/>
            <ac:spMk id="83" creationId="{424DAC0A-4654-733A-9590-993A61A0FA48}"/>
          </ac:spMkLst>
        </pc:spChg>
        <pc:spChg chg="add mod">
          <ac:chgData name="Kareem Herish" userId="9bface77e817b5a2" providerId="LiveId" clId="{67892E44-E0D3-4F5F-A8A5-78AED56959AB}" dt="2026-10-25T12:15:03.062" v="976" actId="571"/>
          <ac:spMkLst>
            <pc:docMk/>
            <pc:sldMk cId="0" sldId="270"/>
            <ac:spMk id="93" creationId="{615F655F-E38E-11CC-D54F-1BD16D6D1A3E}"/>
          </ac:spMkLst>
        </pc:spChg>
        <pc:spChg chg="add mod">
          <ac:chgData name="Kareem Herish" userId="9bface77e817b5a2" providerId="LiveId" clId="{67892E44-E0D3-4F5F-A8A5-78AED56959AB}" dt="2026-10-25T12:15:03.062" v="976" actId="571"/>
          <ac:spMkLst>
            <pc:docMk/>
            <pc:sldMk cId="0" sldId="270"/>
            <ac:spMk id="99" creationId="{C6E855E8-2E58-0AAB-ABF3-F26C199F1824}"/>
          </ac:spMkLst>
        </pc:spChg>
        <pc:spChg chg="add mod">
          <ac:chgData name="Kareem Herish" userId="9bface77e817b5a2" providerId="LiveId" clId="{67892E44-E0D3-4F5F-A8A5-78AED56959AB}" dt="2026-10-25T12:15:03.062" v="976" actId="571"/>
          <ac:spMkLst>
            <pc:docMk/>
            <pc:sldMk cId="0" sldId="270"/>
            <ac:spMk id="102" creationId="{E2F7A0C5-038E-5569-6C98-4CF8F67AB04B}"/>
          </ac:spMkLst>
        </pc:spChg>
        <pc:spChg chg="add mod">
          <ac:chgData name="Kareem Herish" userId="9bface77e817b5a2" providerId="LiveId" clId="{67892E44-E0D3-4F5F-A8A5-78AED56959AB}" dt="2026-10-25T12:15:03.062" v="976" actId="571"/>
          <ac:spMkLst>
            <pc:docMk/>
            <pc:sldMk cId="0" sldId="270"/>
            <ac:spMk id="107" creationId="{E630B893-8B29-4F23-43C8-5D7D6B8ED562}"/>
          </ac:spMkLst>
        </pc:spChg>
        <pc:spChg chg="add mod">
          <ac:chgData name="Kareem Herish" userId="9bface77e817b5a2" providerId="LiveId" clId="{67892E44-E0D3-4F5F-A8A5-78AED56959AB}" dt="2026-10-25T12:15:03.062" v="976" actId="571"/>
          <ac:spMkLst>
            <pc:docMk/>
            <pc:sldMk cId="0" sldId="270"/>
            <ac:spMk id="114" creationId="{DFBD4202-709C-D3B7-877A-38FE2A9C6E9D}"/>
          </ac:spMkLst>
        </pc:spChg>
        <pc:spChg chg="add mod">
          <ac:chgData name="Kareem Herish" userId="9bface77e817b5a2" providerId="LiveId" clId="{67892E44-E0D3-4F5F-A8A5-78AED56959AB}" dt="2026-10-25T12:15:03.062" v="976" actId="571"/>
          <ac:spMkLst>
            <pc:docMk/>
            <pc:sldMk cId="0" sldId="270"/>
            <ac:spMk id="129" creationId="{6CF145B4-0CCE-8A07-8321-38E75C6D08F2}"/>
          </ac:spMkLst>
        </pc:spChg>
        <pc:spChg chg="add mod">
          <ac:chgData name="Kareem Herish" userId="9bface77e817b5a2" providerId="LiveId" clId="{67892E44-E0D3-4F5F-A8A5-78AED56959AB}" dt="2026-10-25T12:15:03.062" v="976" actId="571"/>
          <ac:spMkLst>
            <pc:docMk/>
            <pc:sldMk cId="0" sldId="270"/>
            <ac:spMk id="133" creationId="{59210053-4CAC-4F5A-2A77-02223DAA1146}"/>
          </ac:spMkLst>
        </pc:spChg>
        <pc:spChg chg="add mod">
          <ac:chgData name="Kareem Herish" userId="9bface77e817b5a2" providerId="LiveId" clId="{67892E44-E0D3-4F5F-A8A5-78AED56959AB}" dt="2026-10-25T12:15:03.062" v="976" actId="571"/>
          <ac:spMkLst>
            <pc:docMk/>
            <pc:sldMk cId="0" sldId="270"/>
            <ac:spMk id="143" creationId="{6FBFAD4D-0C11-A291-164A-A34B9DA2A9CD}"/>
          </ac:spMkLst>
        </pc:spChg>
      </pc:sldChg>
      <pc:sldChg chg="modSp mod modAnim">
        <pc:chgData name="Kareem Herish" userId="9bface77e817b5a2" providerId="LiveId" clId="{67892E44-E0D3-4F5F-A8A5-78AED56959AB}" dt="2026-10-25T12:30:55.184" v="1246"/>
        <pc:sldMkLst>
          <pc:docMk/>
          <pc:sldMk cId="0" sldId="271"/>
        </pc:sldMkLst>
        <pc:spChg chg="mod">
          <ac:chgData name="Kareem Herish" userId="9bface77e817b5a2" providerId="LiveId" clId="{67892E44-E0D3-4F5F-A8A5-78AED56959AB}" dt="2026-10-25T12:26:06.919" v="1141" actId="14100"/>
          <ac:spMkLst>
            <pc:docMk/>
            <pc:sldMk cId="0" sldId="271"/>
            <ac:spMk id="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9:36.248" v="1237" actId="1036"/>
          <ac:spMkLst>
            <pc:docMk/>
            <pc:sldMk cId="0" sldId="271"/>
            <ac:spMk id="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8:57.326" v="1216" actId="1036"/>
          <ac:spMkLst>
            <pc:docMk/>
            <pc:sldMk cId="0" sldId="271"/>
            <ac:spMk id="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8:57.326" v="1216" actId="1036"/>
          <ac:spMkLst>
            <pc:docMk/>
            <pc:sldMk cId="0" sldId="271"/>
            <ac:spMk id="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8:57.326" v="1216" actId="103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8:57.326" v="1216" actId="103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8:57.326" v="1216" actId="1036"/>
          <ac:spMkLst>
            <pc:docMk/>
            <pc:sldMk cId="0" sldId="271"/>
            <ac:spMk id="2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8:57.326" v="1216" actId="103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8:57.326" v="1216" actId="1036"/>
          <ac:spMkLst>
            <pc:docMk/>
            <pc:sldMk cId="0" sldId="271"/>
            <ac:spMk id="2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8:57.326" v="1216" actId="103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8:57.326" v="1216" actId="1036"/>
          <ac:spMkLst>
            <pc:docMk/>
            <pc:sldMk cId="0" sldId="271"/>
            <ac:spMk id="32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28:57.326" v="1216" actId="1036"/>
          <ac:spMkLst>
            <pc:docMk/>
            <pc:sldMk cId="0" sldId="271"/>
            <ac:spMk id="33" creationId="{00000000-0000-0000-0000-000000000000}"/>
          </ac:spMkLst>
        </pc:spChg>
      </pc:sldChg>
      <pc:sldChg chg="modSp mod">
        <pc:chgData name="Kareem Herish" userId="9bface77e817b5a2" providerId="LiveId" clId="{67892E44-E0D3-4F5F-A8A5-78AED56959AB}" dt="2026-10-25T12:47:34.496" v="1425" actId="1036"/>
        <pc:sldMkLst>
          <pc:docMk/>
          <pc:sldMk cId="0" sldId="272"/>
        </pc:sldMkLst>
        <pc:spChg chg="mod">
          <ac:chgData name="Kareem Herish" userId="9bface77e817b5a2" providerId="LiveId" clId="{67892E44-E0D3-4F5F-A8A5-78AED56959AB}" dt="2026-10-25T12:47:34.496" v="1425" actId="1036"/>
          <ac:spMkLst>
            <pc:docMk/>
            <pc:sldMk cId="0" sldId="272"/>
            <ac:spMk id="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7:13.409" v="1405" actId="1035"/>
          <ac:spMkLst>
            <pc:docMk/>
            <pc:sldMk cId="0" sldId="272"/>
            <ac:spMk id="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6:13.982" v="1376" actId="1036"/>
          <ac:spMkLst>
            <pc:docMk/>
            <pc:sldMk cId="0" sldId="272"/>
            <ac:spMk id="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7:13.409" v="1405" actId="1035"/>
          <ac:spMkLst>
            <pc:docMk/>
            <pc:sldMk cId="0" sldId="272"/>
            <ac:spMk id="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6:13.982" v="1376" actId="103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7:13.409" v="1405" actId="1035"/>
          <ac:spMkLst>
            <pc:docMk/>
            <pc:sldMk cId="0" sldId="272"/>
            <ac:spMk id="1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2:08.358" v="1295" actId="20577"/>
          <ac:spMkLst>
            <pc:docMk/>
            <pc:sldMk cId="0" sldId="272"/>
            <ac:spMk id="1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2:29.206" v="1297" actId="20577"/>
          <ac:spMkLst>
            <pc:docMk/>
            <pc:sldMk cId="0" sldId="272"/>
            <ac:spMk id="1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6:13.982" v="1376" actId="103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6:13.982" v="1376" actId="103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6:13.982" v="1376" actId="103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7:13.409" v="1405" actId="1035"/>
          <ac:spMkLst>
            <pc:docMk/>
            <pc:sldMk cId="0" sldId="272"/>
            <ac:spMk id="1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7:13.409" v="1405" actId="1035"/>
          <ac:spMkLst>
            <pc:docMk/>
            <pc:sldMk cId="0" sldId="272"/>
            <ac:spMk id="1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7:13.409" v="1405" actId="1035"/>
          <ac:spMkLst>
            <pc:docMk/>
            <pc:sldMk cId="0" sldId="272"/>
            <ac:spMk id="2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0:46.970" v="1277" actId="1035"/>
          <ac:spMkLst>
            <pc:docMk/>
            <pc:sldMk cId="0" sldId="272"/>
            <ac:spMk id="22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6:13.982" v="1376" actId="1036"/>
          <ac:spMkLst>
            <pc:docMk/>
            <pc:sldMk cId="0" sldId="272"/>
            <ac:spMk id="2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6:13.982" v="1376" actId="1036"/>
          <ac:spMkLst>
            <pc:docMk/>
            <pc:sldMk cId="0" sldId="272"/>
            <ac:spMk id="2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7:13.409" v="1405" actId="1035"/>
          <ac:spMkLst>
            <pc:docMk/>
            <pc:sldMk cId="0" sldId="272"/>
            <ac:spMk id="2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7:13.409" v="1405" actId="1035"/>
          <ac:spMkLst>
            <pc:docMk/>
            <pc:sldMk cId="0" sldId="272"/>
            <ac:spMk id="2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7:13.409" v="1405" actId="1035"/>
          <ac:spMkLst>
            <pc:docMk/>
            <pc:sldMk cId="0" sldId="272"/>
            <ac:spMk id="2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47:13.409" v="1405" actId="1035"/>
          <ac:spMkLst>
            <pc:docMk/>
            <pc:sldMk cId="0" sldId="272"/>
            <ac:spMk id="29" creationId="{00000000-0000-0000-0000-000000000000}"/>
          </ac:spMkLst>
        </pc:spChg>
      </pc:sldChg>
      <pc:sldChg chg="addSp delSp modSp mod">
        <pc:chgData name="Kareem Herish" userId="9bface77e817b5a2" providerId="LiveId" clId="{67892E44-E0D3-4F5F-A8A5-78AED56959AB}" dt="2026-10-25T12:51:39.797" v="1990" actId="171"/>
        <pc:sldMkLst>
          <pc:docMk/>
          <pc:sldMk cId="0" sldId="273"/>
        </pc:sldMkLst>
        <pc:spChg chg="add mod ord">
          <ac:chgData name="Kareem Herish" userId="9bface77e817b5a2" providerId="LiveId" clId="{67892E44-E0D3-4F5F-A8A5-78AED56959AB}" dt="2026-10-25T12:51:39.797" v="1990" actId="171"/>
          <ac:spMkLst>
            <pc:docMk/>
            <pc:sldMk cId="0" sldId="273"/>
            <ac:spMk id="4" creationId="{8E4C610B-A319-CA3E-09FA-09B783D91883}"/>
          </ac:spMkLst>
        </pc:spChg>
        <pc:spChg chg="ord">
          <ac:chgData name="Kareem Herish" userId="9bface77e817b5a2" providerId="LiveId" clId="{67892E44-E0D3-4F5F-A8A5-78AED56959AB}" dt="2026-10-25T12:51:39.797" v="1990" actId="171"/>
          <ac:spMkLst>
            <pc:docMk/>
            <pc:sldMk cId="0" sldId="273"/>
            <ac:spMk id="7" creationId="{00000000-0000-0000-0000-000000000000}"/>
          </ac:spMkLst>
        </pc:spChg>
        <pc:spChg chg="del">
          <ac:chgData name="Kareem Herish" userId="9bface77e817b5a2" providerId="LiveId" clId="{67892E44-E0D3-4F5F-A8A5-78AED56959AB}" dt="2026-10-25T12:48:30.387" v="1426" actId="478"/>
          <ac:spMkLst>
            <pc:docMk/>
            <pc:sldMk cId="0" sldId="273"/>
            <ac:spMk id="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1:05.588" v="1986" actId="103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1:05.588" v="1986" actId="1036"/>
          <ac:spMkLst>
            <pc:docMk/>
            <pc:sldMk cId="0" sldId="273"/>
            <ac:spMk id="12" creationId="{00000000-0000-0000-0000-000000000000}"/>
          </ac:spMkLst>
        </pc:spChg>
        <pc:spChg chg="ord">
          <ac:chgData name="Kareem Herish" userId="9bface77e817b5a2" providerId="LiveId" clId="{67892E44-E0D3-4F5F-A8A5-78AED56959AB}" dt="2026-10-25T12:51:39.797" v="1990" actId="171"/>
          <ac:spMkLst>
            <pc:docMk/>
            <pc:sldMk cId="0" sldId="273"/>
            <ac:spMk id="13" creationId="{00000000-0000-0000-0000-000000000000}"/>
          </ac:spMkLst>
        </pc:spChg>
        <pc:spChg chg="del">
          <ac:chgData name="Kareem Herish" userId="9bface77e817b5a2" providerId="LiveId" clId="{67892E44-E0D3-4F5F-A8A5-78AED56959AB}" dt="2026-10-25T12:48:32.416" v="1427" actId="478"/>
          <ac:spMkLst>
            <pc:docMk/>
            <pc:sldMk cId="0" sldId="273"/>
            <ac:spMk id="1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1:05.588" v="1986" actId="103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1:05.588" v="1986" actId="1036"/>
          <ac:spMkLst>
            <pc:docMk/>
            <pc:sldMk cId="0" sldId="273"/>
            <ac:spMk id="1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1:05.588" v="1986" actId="1036"/>
          <ac:spMkLst>
            <pc:docMk/>
            <pc:sldMk cId="0" sldId="273"/>
            <ac:spMk id="18" creationId="{00000000-0000-0000-0000-000000000000}"/>
          </ac:spMkLst>
        </pc:spChg>
        <pc:spChg chg="ord">
          <ac:chgData name="Kareem Herish" userId="9bface77e817b5a2" providerId="LiveId" clId="{67892E44-E0D3-4F5F-A8A5-78AED56959AB}" dt="2026-10-25T12:51:39.797" v="1990" actId="171"/>
          <ac:spMkLst>
            <pc:docMk/>
            <pc:sldMk cId="0" sldId="273"/>
            <ac:spMk id="19" creationId="{00000000-0000-0000-0000-000000000000}"/>
          </ac:spMkLst>
        </pc:spChg>
        <pc:spChg chg="del">
          <ac:chgData name="Kareem Herish" userId="9bface77e817b5a2" providerId="LiveId" clId="{67892E44-E0D3-4F5F-A8A5-78AED56959AB}" dt="2026-10-25T12:48:34.011" v="1428" actId="478"/>
          <ac:spMkLst>
            <pc:docMk/>
            <pc:sldMk cId="0" sldId="273"/>
            <ac:spMk id="2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1:05.588" v="1986" actId="1036"/>
          <ac:spMkLst>
            <pc:docMk/>
            <pc:sldMk cId="0" sldId="273"/>
            <ac:spMk id="22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1:05.588" v="1986" actId="1036"/>
          <ac:spMkLst>
            <pc:docMk/>
            <pc:sldMk cId="0" sldId="273"/>
            <ac:spMk id="2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1:05.588" v="1986" actId="1036"/>
          <ac:spMkLst>
            <pc:docMk/>
            <pc:sldMk cId="0" sldId="273"/>
            <ac:spMk id="24" creationId="{00000000-0000-0000-0000-000000000000}"/>
          </ac:spMkLst>
        </pc:spChg>
        <pc:spChg chg="ord">
          <ac:chgData name="Kareem Herish" userId="9bface77e817b5a2" providerId="LiveId" clId="{67892E44-E0D3-4F5F-A8A5-78AED56959AB}" dt="2026-10-25T12:51:39.797" v="1990" actId="171"/>
          <ac:spMkLst>
            <pc:docMk/>
            <pc:sldMk cId="0" sldId="273"/>
            <ac:spMk id="2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1:05.588" v="1986" actId="1036"/>
          <ac:spMkLst>
            <pc:docMk/>
            <pc:sldMk cId="0" sldId="273"/>
            <ac:spMk id="2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1:05.588" v="1986" actId="1036"/>
          <ac:spMkLst>
            <pc:docMk/>
            <pc:sldMk cId="0" sldId="273"/>
            <ac:spMk id="29" creationId="{00000000-0000-0000-0000-000000000000}"/>
          </ac:spMkLst>
        </pc:spChg>
        <pc:spChg chg="add mod ord">
          <ac:chgData name="Kareem Herish" userId="9bface77e817b5a2" providerId="LiveId" clId="{67892E44-E0D3-4F5F-A8A5-78AED56959AB}" dt="2026-10-25T12:51:39.797" v="1990" actId="171"/>
          <ac:spMkLst>
            <pc:docMk/>
            <pc:sldMk cId="0" sldId="273"/>
            <ac:spMk id="30" creationId="{C155D840-E730-261F-A296-EB54E0C7C029}"/>
          </ac:spMkLst>
        </pc:spChg>
        <pc:spChg chg="add mod ord">
          <ac:chgData name="Kareem Herish" userId="9bface77e817b5a2" providerId="LiveId" clId="{67892E44-E0D3-4F5F-A8A5-78AED56959AB}" dt="2026-10-25T12:51:39.797" v="1990" actId="171"/>
          <ac:spMkLst>
            <pc:docMk/>
            <pc:sldMk cId="0" sldId="273"/>
            <ac:spMk id="31" creationId="{F116707B-D1EA-52BC-C8C0-D8ACECC42620}"/>
          </ac:spMkLst>
        </pc:spChg>
        <pc:spChg chg="add mod ord">
          <ac:chgData name="Kareem Herish" userId="9bface77e817b5a2" providerId="LiveId" clId="{67892E44-E0D3-4F5F-A8A5-78AED56959AB}" dt="2026-10-25T12:51:39.797" v="1990" actId="171"/>
          <ac:spMkLst>
            <pc:docMk/>
            <pc:sldMk cId="0" sldId="273"/>
            <ac:spMk id="32" creationId="{7D456A84-0687-2C72-3BD4-5D4EB3C4412E}"/>
          </ac:spMkLst>
        </pc:spChg>
      </pc:sldChg>
      <pc:sldChg chg="delSp modSp mod">
        <pc:chgData name="Kareem Herish" userId="9bface77e817b5a2" providerId="LiveId" clId="{67892E44-E0D3-4F5F-A8A5-78AED56959AB}" dt="2026-10-25T12:58:18.955" v="2099" actId="1036"/>
        <pc:sldMkLst>
          <pc:docMk/>
          <pc:sldMk cId="0" sldId="274"/>
        </pc:sldMkLst>
        <pc:spChg chg="mod">
          <ac:chgData name="Kareem Herish" userId="9bface77e817b5a2" providerId="LiveId" clId="{67892E44-E0D3-4F5F-A8A5-78AED56959AB}" dt="2026-10-25T12:58:18.955" v="2099" actId="1036"/>
          <ac:spMkLst>
            <pc:docMk/>
            <pc:sldMk cId="0" sldId="274"/>
            <ac:spMk id="4" creationId="{00000000-0000-0000-0000-000000000000}"/>
          </ac:spMkLst>
        </pc:spChg>
        <pc:spChg chg="del">
          <ac:chgData name="Kareem Herish" userId="9bface77e817b5a2" providerId="LiveId" clId="{67892E44-E0D3-4F5F-A8A5-78AED56959AB}" dt="2026-10-25T12:57:31.298" v="2046" actId="478"/>
          <ac:spMkLst>
            <pc:docMk/>
            <pc:sldMk cId="0" sldId="274"/>
            <ac:spMk id="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7:04.049" v="2044" actId="14100"/>
          <ac:spMkLst>
            <pc:docMk/>
            <pc:sldMk cId="0" sldId="274"/>
            <ac:spMk id="6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7:14.723" v="2045" actId="14100"/>
          <ac:spMkLst>
            <pc:docMk/>
            <pc:sldMk cId="0" sldId="274"/>
            <ac:spMk id="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7:04.049" v="2044" actId="14100"/>
          <ac:spMkLst>
            <pc:docMk/>
            <pc:sldMk cId="0" sldId="274"/>
            <ac:spMk id="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7:14.723" v="2045" actId="14100"/>
          <ac:spMkLst>
            <pc:docMk/>
            <pc:sldMk cId="0" sldId="274"/>
            <ac:spMk id="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7:04.049" v="2044" actId="14100"/>
          <ac:spMkLst>
            <pc:docMk/>
            <pc:sldMk cId="0" sldId="274"/>
            <ac:spMk id="1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7:14.723" v="2045" actId="14100"/>
          <ac:spMkLst>
            <pc:docMk/>
            <pc:sldMk cId="0" sldId="274"/>
            <ac:spMk id="1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7:04.049" v="2044" actId="14100"/>
          <ac:spMkLst>
            <pc:docMk/>
            <pc:sldMk cId="0" sldId="274"/>
            <ac:spMk id="12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7:14.723" v="2045" actId="14100"/>
          <ac:spMkLst>
            <pc:docMk/>
            <pc:sldMk cId="0" sldId="274"/>
            <ac:spMk id="13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7:04.049" v="2044" actId="14100"/>
          <ac:spMkLst>
            <pc:docMk/>
            <pc:sldMk cId="0" sldId="274"/>
            <ac:spMk id="14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7:14.723" v="2045" actId="14100"/>
          <ac:spMkLst>
            <pc:docMk/>
            <pc:sldMk cId="0" sldId="274"/>
            <ac:spMk id="15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6:32.794" v="2042" actId="14100"/>
          <ac:spMkLst>
            <pc:docMk/>
            <pc:sldMk cId="0" sldId="274"/>
            <ac:spMk id="1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6:32.794" v="2042" actId="14100"/>
          <ac:spMkLst>
            <pc:docMk/>
            <pc:sldMk cId="0" sldId="274"/>
            <ac:spMk id="1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6:32.794" v="2042" actId="14100"/>
          <ac:spMkLst>
            <pc:docMk/>
            <pc:sldMk cId="0" sldId="274"/>
            <ac:spMk id="20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6:32.794" v="2042" actId="14100"/>
          <ac:spMkLst>
            <pc:docMk/>
            <pc:sldMk cId="0" sldId="274"/>
            <ac:spMk id="21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6:32.794" v="2042" actId="14100"/>
          <ac:spMkLst>
            <pc:docMk/>
            <pc:sldMk cId="0" sldId="274"/>
            <ac:spMk id="27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6:32.794" v="2042" actId="14100"/>
          <ac:spMkLst>
            <pc:docMk/>
            <pc:sldMk cId="0" sldId="274"/>
            <ac:spMk id="28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6:32.794" v="2042" actId="14100"/>
          <ac:spMkLst>
            <pc:docMk/>
            <pc:sldMk cId="0" sldId="274"/>
            <ac:spMk id="39" creationId="{00000000-0000-0000-0000-000000000000}"/>
          </ac:spMkLst>
        </pc:spChg>
        <pc:spChg chg="mod">
          <ac:chgData name="Kareem Herish" userId="9bface77e817b5a2" providerId="LiveId" clId="{67892E44-E0D3-4F5F-A8A5-78AED56959AB}" dt="2026-10-25T12:56:32.794" v="2042" actId="14100"/>
          <ac:spMkLst>
            <pc:docMk/>
            <pc:sldMk cId="0" sldId="274"/>
            <ac:spMk id="41" creationId="{00000000-0000-0000-0000-000000000000}"/>
          </ac:spMkLst>
        </pc:spChg>
      </pc:sldChg>
      <pc:sldChg chg="modSp mod">
        <pc:chgData name="Kareem Herish" userId="9bface77e817b5a2" providerId="LiveId" clId="{67892E44-E0D3-4F5F-A8A5-78AED56959AB}" dt="2026-10-25T12:59:30.225" v="2108" actId="20577"/>
        <pc:sldMkLst>
          <pc:docMk/>
          <pc:sldMk cId="0" sldId="275"/>
        </pc:sldMkLst>
        <pc:spChg chg="mod">
          <ac:chgData name="Kareem Herish" userId="9bface77e817b5a2" providerId="LiveId" clId="{67892E44-E0D3-4F5F-A8A5-78AED56959AB}" dt="2026-10-25T12:59:30.225" v="2108" actId="20577"/>
          <ac:spMkLst>
            <pc:docMk/>
            <pc:sldMk cId="0" sldId="275"/>
            <ac:spMk id="6" creationId="{00000000-0000-0000-0000-000000000000}"/>
          </ac:spMkLst>
        </pc:spChg>
      </pc:sldChg>
      <pc:sldChg chg="delSp modSp mod">
        <pc:chgData name="Kareem Herish" userId="9bface77e817b5a2" providerId="LiveId" clId="{67892E44-E0D3-4F5F-A8A5-78AED56959AB}" dt="2026-10-25T12:55:06.962" v="1999" actId="122"/>
        <pc:sldMkLst>
          <pc:docMk/>
          <pc:sldMk cId="0" sldId="276"/>
        </pc:sldMkLst>
        <pc:spChg chg="mod">
          <ac:chgData name="Kareem Herish" userId="9bface77e817b5a2" providerId="LiveId" clId="{67892E44-E0D3-4F5F-A8A5-78AED56959AB}" dt="2026-10-25T12:55:06.962" v="1999" actId="122"/>
          <ac:spMkLst>
            <pc:docMk/>
            <pc:sldMk cId="0" sldId="276"/>
            <ac:spMk id="5" creationId="{00000000-0000-0000-0000-000000000000}"/>
          </ac:spMkLst>
        </pc:spChg>
        <pc:spChg chg="del">
          <ac:chgData name="Kareem Herish" userId="9bface77e817b5a2" providerId="LiveId" clId="{67892E44-E0D3-4F5F-A8A5-78AED56959AB}" dt="2026-10-25T12:54:45.848" v="1993" actId="478"/>
          <ac:spMkLst>
            <pc:docMk/>
            <pc:sldMk cId="0" sldId="276"/>
            <ac:spMk id="6" creationId="{00000000-0000-0000-0000-000000000000}"/>
          </ac:spMkLst>
        </pc:spChg>
        <pc:spChg chg="del">
          <ac:chgData name="Kareem Herish" userId="9bface77e817b5a2" providerId="LiveId" clId="{67892E44-E0D3-4F5F-A8A5-78AED56959AB}" dt="2026-10-25T12:54:47.356" v="1994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Kareem Herish" userId="9bface77e817b5a2" providerId="LiveId" clId="{67892E44-E0D3-4F5F-A8A5-78AED56959AB}" dt="2026-10-25T12:54:42.813" v="1992" actId="478"/>
          <ac:spMkLst>
            <pc:docMk/>
            <pc:sldMk cId="0" sldId="276"/>
            <ac:spMk id="8" creationId="{00000000-0000-0000-0000-000000000000}"/>
          </ac:spMkLst>
        </pc:spChg>
        <pc:spChg chg="del">
          <ac:chgData name="Kareem Herish" userId="9bface77e817b5a2" providerId="LiveId" clId="{67892E44-E0D3-4F5F-A8A5-78AED56959AB}" dt="2026-10-25T12:54:35.793" v="1991" actId="478"/>
          <ac:spMkLst>
            <pc:docMk/>
            <pc:sldMk cId="0" sldId="276"/>
            <ac:spMk id="9" creationId="{00000000-0000-0000-0000-000000000000}"/>
          </ac:spMkLst>
        </pc:spChg>
      </pc:sldChg>
      <pc:sldChg chg="delSp modSp add mod modAnim">
        <pc:chgData name="Kareem Herish" userId="9bface77e817b5a2" providerId="LiveId" clId="{67892E44-E0D3-4F5F-A8A5-78AED56959AB}" dt="2026-10-25T11:39:10.946" v="229"/>
        <pc:sldMkLst>
          <pc:docMk/>
          <pc:sldMk cId="3026924547" sldId="283"/>
        </pc:sldMkLst>
        <pc:spChg chg="mod">
          <ac:chgData name="Kareem Herish" userId="9bface77e817b5a2" providerId="LiveId" clId="{67892E44-E0D3-4F5F-A8A5-78AED56959AB}" dt="2026-10-25T11:32:28.449" v="168" actId="403"/>
          <ac:spMkLst>
            <pc:docMk/>
            <pc:sldMk cId="3026924547" sldId="283"/>
            <ac:spMk id="6" creationId="{59A552AD-925B-AC18-B2FC-519B89574B48}"/>
          </ac:spMkLst>
        </pc:spChg>
        <pc:spChg chg="del">
          <ac:chgData name="Kareem Herish" userId="9bface77e817b5a2" providerId="LiveId" clId="{67892E44-E0D3-4F5F-A8A5-78AED56959AB}" dt="2026-10-25T11:31:41.477" v="148" actId="478"/>
          <ac:spMkLst>
            <pc:docMk/>
            <pc:sldMk cId="3026924547" sldId="283"/>
            <ac:spMk id="7" creationId="{EE66E80D-3C2E-7C8D-8D62-EB36C11527D6}"/>
          </ac:spMkLst>
        </pc:spChg>
        <pc:spChg chg="del">
          <ac:chgData name="Kareem Herish" userId="9bface77e817b5a2" providerId="LiveId" clId="{67892E44-E0D3-4F5F-A8A5-78AED56959AB}" dt="2026-10-25T11:31:41.477" v="148" actId="478"/>
          <ac:spMkLst>
            <pc:docMk/>
            <pc:sldMk cId="3026924547" sldId="283"/>
            <ac:spMk id="10" creationId="{A749D29C-4837-6B59-F8D0-87480E6302FC}"/>
          </ac:spMkLst>
        </pc:spChg>
        <pc:spChg chg="del">
          <ac:chgData name="Kareem Herish" userId="9bface77e817b5a2" providerId="LiveId" clId="{67892E44-E0D3-4F5F-A8A5-78AED56959AB}" dt="2026-10-25T11:31:41.477" v="148" actId="478"/>
          <ac:spMkLst>
            <pc:docMk/>
            <pc:sldMk cId="3026924547" sldId="283"/>
            <ac:spMk id="11" creationId="{A748226B-E060-4DBF-43FA-6370E637370B}"/>
          </ac:spMkLst>
        </pc:spChg>
        <pc:spChg chg="del">
          <ac:chgData name="Kareem Herish" userId="9bface77e817b5a2" providerId="LiveId" clId="{67892E44-E0D3-4F5F-A8A5-78AED56959AB}" dt="2026-10-25T11:31:41.477" v="148" actId="478"/>
          <ac:spMkLst>
            <pc:docMk/>
            <pc:sldMk cId="3026924547" sldId="283"/>
            <ac:spMk id="14" creationId="{381FD5FC-03D4-B58C-93CA-E0F44ACCDAB6}"/>
          </ac:spMkLst>
        </pc:spChg>
        <pc:spChg chg="del">
          <ac:chgData name="Kareem Herish" userId="9bface77e817b5a2" providerId="LiveId" clId="{67892E44-E0D3-4F5F-A8A5-78AED56959AB}" dt="2026-10-25T11:31:41.477" v="148" actId="478"/>
          <ac:spMkLst>
            <pc:docMk/>
            <pc:sldMk cId="3026924547" sldId="283"/>
            <ac:spMk id="17" creationId="{E5675DF6-2707-8685-3D62-DC7E5D8273B6}"/>
          </ac:spMkLst>
        </pc:spChg>
        <pc:spChg chg="del">
          <ac:chgData name="Kareem Herish" userId="9bface77e817b5a2" providerId="LiveId" clId="{67892E44-E0D3-4F5F-A8A5-78AED56959AB}" dt="2026-10-25T11:31:41.477" v="148" actId="478"/>
          <ac:spMkLst>
            <pc:docMk/>
            <pc:sldMk cId="3026924547" sldId="283"/>
            <ac:spMk id="18" creationId="{0E7DA0E7-6656-1364-C845-A72F8C451A3B}"/>
          </ac:spMkLst>
        </pc:spChg>
        <pc:spChg chg="del">
          <ac:chgData name="Kareem Herish" userId="9bface77e817b5a2" providerId="LiveId" clId="{67892E44-E0D3-4F5F-A8A5-78AED56959AB}" dt="2026-10-25T11:31:41.477" v="148" actId="478"/>
          <ac:spMkLst>
            <pc:docMk/>
            <pc:sldMk cId="3026924547" sldId="283"/>
            <ac:spMk id="22" creationId="{2E95EAFA-9F85-1AA9-D76B-47B23041BCFE}"/>
          </ac:spMkLst>
        </pc:spChg>
        <pc:spChg chg="del">
          <ac:chgData name="Kareem Herish" userId="9bface77e817b5a2" providerId="LiveId" clId="{67892E44-E0D3-4F5F-A8A5-78AED56959AB}" dt="2026-10-25T11:31:41.477" v="148" actId="478"/>
          <ac:spMkLst>
            <pc:docMk/>
            <pc:sldMk cId="3026924547" sldId="283"/>
            <ac:spMk id="23" creationId="{B7356372-4E88-524D-52AD-71997E16D8DD}"/>
          </ac:spMkLst>
        </pc:spChg>
        <pc:spChg chg="del">
          <ac:chgData name="Kareem Herish" userId="9bface77e817b5a2" providerId="LiveId" clId="{67892E44-E0D3-4F5F-A8A5-78AED56959AB}" dt="2026-10-25T11:31:41.477" v="148" actId="478"/>
          <ac:spMkLst>
            <pc:docMk/>
            <pc:sldMk cId="3026924547" sldId="283"/>
            <ac:spMk id="24" creationId="{417C39A0-FE2A-BF2D-5814-83A4CF32A06D}"/>
          </ac:spMkLst>
        </pc:spChg>
        <pc:spChg chg="del">
          <ac:chgData name="Kareem Herish" userId="9bface77e817b5a2" providerId="LiveId" clId="{67892E44-E0D3-4F5F-A8A5-78AED56959AB}" dt="2026-10-25T11:31:41.477" v="148" actId="478"/>
          <ac:spMkLst>
            <pc:docMk/>
            <pc:sldMk cId="3026924547" sldId="283"/>
            <ac:spMk id="26" creationId="{0FB33EBA-6AF9-1DFF-F1F0-FF9D83DA4B90}"/>
          </ac:spMkLst>
        </pc:spChg>
      </pc:sldChg>
      <pc:sldChg chg="modSp add mod ord modAnim">
        <pc:chgData name="Kareem Herish" userId="9bface77e817b5a2" providerId="LiveId" clId="{67892E44-E0D3-4F5F-A8A5-78AED56959AB}" dt="2026-10-25T11:37:57.194" v="221"/>
        <pc:sldMkLst>
          <pc:docMk/>
          <pc:sldMk cId="934707795" sldId="284"/>
        </pc:sldMkLst>
        <pc:spChg chg="mod">
          <ac:chgData name="Kareem Herish" userId="9bface77e817b5a2" providerId="LiveId" clId="{67892E44-E0D3-4F5F-A8A5-78AED56959AB}" dt="2026-10-25T11:32:54.343" v="173" actId="20577"/>
          <ac:spMkLst>
            <pc:docMk/>
            <pc:sldMk cId="934707795" sldId="284"/>
            <ac:spMk id="6" creationId="{43785E42-EC39-8A91-748E-756337ABB71B}"/>
          </ac:spMkLst>
        </pc:spChg>
      </pc:sldChg>
      <pc:sldChg chg="delSp modSp add mod ord">
        <pc:chgData name="Kareem Herish" userId="9bface77e817b5a2" providerId="LiveId" clId="{67892E44-E0D3-4F5F-A8A5-78AED56959AB}" dt="2026-10-25T11:35:59.041" v="198" actId="14100"/>
        <pc:sldMkLst>
          <pc:docMk/>
          <pc:sldMk cId="3226553828" sldId="285"/>
        </pc:sldMkLst>
        <pc:spChg chg="mod">
          <ac:chgData name="Kareem Herish" userId="9bface77e817b5a2" providerId="LiveId" clId="{67892E44-E0D3-4F5F-A8A5-78AED56959AB}" dt="2026-10-25T11:35:25.367" v="192" actId="14100"/>
          <ac:spMkLst>
            <pc:docMk/>
            <pc:sldMk cId="3226553828" sldId="285"/>
            <ac:spMk id="7" creationId="{4D40DFD9-03B9-8C59-A722-1D5182205A1A}"/>
          </ac:spMkLst>
        </pc:spChg>
        <pc:spChg chg="mod">
          <ac:chgData name="Kareem Herish" userId="9bface77e817b5a2" providerId="LiveId" clId="{67892E44-E0D3-4F5F-A8A5-78AED56959AB}" dt="2026-10-25T11:35:59.041" v="198" actId="14100"/>
          <ac:spMkLst>
            <pc:docMk/>
            <pc:sldMk cId="3226553828" sldId="285"/>
            <ac:spMk id="10" creationId="{34774293-1611-AA52-612F-592E64009220}"/>
          </ac:spMkLst>
        </pc:spChg>
        <pc:spChg chg="mod">
          <ac:chgData name="Kareem Herish" userId="9bface77e817b5a2" providerId="LiveId" clId="{67892E44-E0D3-4F5F-A8A5-78AED56959AB}" dt="2026-10-25T11:35:41.368" v="194" actId="14100"/>
          <ac:spMkLst>
            <pc:docMk/>
            <pc:sldMk cId="3226553828" sldId="285"/>
            <ac:spMk id="12" creationId="{C4FB47E2-E9E9-98C6-FC0D-5E0FD502BAE9}"/>
          </ac:spMkLst>
        </pc:spChg>
        <pc:spChg chg="mod">
          <ac:chgData name="Kareem Herish" userId="9bface77e817b5a2" providerId="LiveId" clId="{67892E44-E0D3-4F5F-A8A5-78AED56959AB}" dt="2026-10-25T11:35:48.880" v="195" actId="14100"/>
          <ac:spMkLst>
            <pc:docMk/>
            <pc:sldMk cId="3226553828" sldId="285"/>
            <ac:spMk id="17" creationId="{3CA742F1-F4A8-456E-EB49-AA34990A15D7}"/>
          </ac:spMkLst>
        </pc:spChg>
        <pc:spChg chg="mod">
          <ac:chgData name="Kareem Herish" userId="9bface77e817b5a2" providerId="LiveId" clId="{67892E44-E0D3-4F5F-A8A5-78AED56959AB}" dt="2026-10-25T11:35:52.231" v="196" actId="14100"/>
          <ac:spMkLst>
            <pc:docMk/>
            <pc:sldMk cId="3226553828" sldId="285"/>
            <ac:spMk id="22" creationId="{EA1CA01E-E27F-6FAF-EBFA-6A64A6D482F8}"/>
          </ac:spMkLst>
        </pc:spChg>
        <pc:spChg chg="del">
          <ac:chgData name="Kareem Herish" userId="9bface77e817b5a2" providerId="LiveId" clId="{67892E44-E0D3-4F5F-A8A5-78AED56959AB}" dt="2026-10-25T11:35:16.595" v="188" actId="478"/>
          <ac:spMkLst>
            <pc:docMk/>
            <pc:sldMk cId="3226553828" sldId="285"/>
            <ac:spMk id="27" creationId="{C883A205-67A1-CFDF-38BD-1C434024863C}"/>
          </ac:spMkLst>
        </pc:spChg>
        <pc:spChg chg="del">
          <ac:chgData name="Kareem Herish" userId="9bface77e817b5a2" providerId="LiveId" clId="{67892E44-E0D3-4F5F-A8A5-78AED56959AB}" dt="2026-10-25T11:35:15.229" v="187" actId="478"/>
          <ac:spMkLst>
            <pc:docMk/>
            <pc:sldMk cId="3226553828" sldId="285"/>
            <ac:spMk id="28" creationId="{C4F13172-A76A-C7ED-F997-66A9D62B7405}"/>
          </ac:spMkLst>
        </pc:spChg>
        <pc:spChg chg="del">
          <ac:chgData name="Kareem Herish" userId="9bface77e817b5a2" providerId="LiveId" clId="{67892E44-E0D3-4F5F-A8A5-78AED56959AB}" dt="2026-10-25T11:35:15.229" v="187" actId="478"/>
          <ac:spMkLst>
            <pc:docMk/>
            <pc:sldMk cId="3226553828" sldId="285"/>
            <ac:spMk id="30" creationId="{F373ED6D-C061-8C48-91CB-635D9C9C1E33}"/>
          </ac:spMkLst>
        </pc:spChg>
        <pc:spChg chg="del">
          <ac:chgData name="Kareem Herish" userId="9bface77e817b5a2" providerId="LiveId" clId="{67892E44-E0D3-4F5F-A8A5-78AED56959AB}" dt="2026-10-25T11:35:15.229" v="187" actId="478"/>
          <ac:spMkLst>
            <pc:docMk/>
            <pc:sldMk cId="3226553828" sldId="285"/>
            <ac:spMk id="31" creationId="{1D19D5D6-88C4-0135-3E7D-5B3C68705D06}"/>
          </ac:spMkLst>
        </pc:spChg>
        <pc:spChg chg="del">
          <ac:chgData name="Kareem Herish" userId="9bface77e817b5a2" providerId="LiveId" clId="{67892E44-E0D3-4F5F-A8A5-78AED56959AB}" dt="2026-10-25T11:35:17.050" v="189" actId="478"/>
          <ac:spMkLst>
            <pc:docMk/>
            <pc:sldMk cId="3226553828" sldId="285"/>
            <ac:spMk id="32" creationId="{B9D8F67E-5132-41DB-2061-B89B3887AB58}"/>
          </ac:spMkLst>
        </pc:spChg>
        <pc:spChg chg="del">
          <ac:chgData name="Kareem Herish" userId="9bface77e817b5a2" providerId="LiveId" clId="{67892E44-E0D3-4F5F-A8A5-78AED56959AB}" dt="2026-10-25T11:35:15.229" v="187" actId="478"/>
          <ac:spMkLst>
            <pc:docMk/>
            <pc:sldMk cId="3226553828" sldId="285"/>
            <ac:spMk id="35" creationId="{5C938008-BD7F-48F9-3786-2B2573ABBC7D}"/>
          </ac:spMkLst>
        </pc:spChg>
        <pc:spChg chg="del">
          <ac:chgData name="Kareem Herish" userId="9bface77e817b5a2" providerId="LiveId" clId="{67892E44-E0D3-4F5F-A8A5-78AED56959AB}" dt="2026-10-25T11:35:17.471" v="190" actId="478"/>
          <ac:spMkLst>
            <pc:docMk/>
            <pc:sldMk cId="3226553828" sldId="285"/>
            <ac:spMk id="37" creationId="{0A513CAA-52BF-E84C-8509-ACD8A46186E3}"/>
          </ac:spMkLst>
        </pc:spChg>
        <pc:spChg chg="del">
          <ac:chgData name="Kareem Herish" userId="9bface77e817b5a2" providerId="LiveId" clId="{67892E44-E0D3-4F5F-A8A5-78AED56959AB}" dt="2026-10-25T11:35:15.229" v="187" actId="478"/>
          <ac:spMkLst>
            <pc:docMk/>
            <pc:sldMk cId="3226553828" sldId="285"/>
            <ac:spMk id="38" creationId="{3C352BAA-C077-6BBD-71C9-BBDF1D6CBD4E}"/>
          </ac:spMkLst>
        </pc:spChg>
        <pc:spChg chg="del">
          <ac:chgData name="Kareem Herish" userId="9bface77e817b5a2" providerId="LiveId" clId="{67892E44-E0D3-4F5F-A8A5-78AED56959AB}" dt="2026-10-25T11:35:15.229" v="187" actId="478"/>
          <ac:spMkLst>
            <pc:docMk/>
            <pc:sldMk cId="3226553828" sldId="285"/>
            <ac:spMk id="39" creationId="{D8B3FB5E-3F6D-89F2-A61E-6985771C5BD8}"/>
          </ac:spMkLst>
        </pc:spChg>
        <pc:spChg chg="del">
          <ac:chgData name="Kareem Herish" userId="9bface77e817b5a2" providerId="LiveId" clId="{67892E44-E0D3-4F5F-A8A5-78AED56959AB}" dt="2026-10-25T11:35:15.229" v="187" actId="478"/>
          <ac:spMkLst>
            <pc:docMk/>
            <pc:sldMk cId="3226553828" sldId="285"/>
            <ac:spMk id="40" creationId="{48663EC0-8311-44D4-E7A0-0D4B9A7DA83B}"/>
          </ac:spMkLst>
        </pc:spChg>
        <pc:spChg chg="del">
          <ac:chgData name="Kareem Herish" userId="9bface77e817b5a2" providerId="LiveId" clId="{67892E44-E0D3-4F5F-A8A5-78AED56959AB}" dt="2026-10-25T11:35:15.229" v="187" actId="478"/>
          <ac:spMkLst>
            <pc:docMk/>
            <pc:sldMk cId="3226553828" sldId="285"/>
            <ac:spMk id="41" creationId="{F82C3DA2-BEF1-75EA-C564-2FA85B85448B}"/>
          </ac:spMkLst>
        </pc:spChg>
        <pc:spChg chg="del">
          <ac:chgData name="Kareem Herish" userId="9bface77e817b5a2" providerId="LiveId" clId="{67892E44-E0D3-4F5F-A8A5-78AED56959AB}" dt="2026-10-25T11:35:17.931" v="191" actId="478"/>
          <ac:spMkLst>
            <pc:docMk/>
            <pc:sldMk cId="3226553828" sldId="285"/>
            <ac:spMk id="42" creationId="{1D78F646-CE37-E353-AE18-DEDC4E93BBC1}"/>
          </ac:spMkLst>
        </pc:spChg>
        <pc:spChg chg="del">
          <ac:chgData name="Kareem Herish" userId="9bface77e817b5a2" providerId="LiveId" clId="{67892E44-E0D3-4F5F-A8A5-78AED56959AB}" dt="2026-10-25T11:35:15.229" v="187" actId="478"/>
          <ac:spMkLst>
            <pc:docMk/>
            <pc:sldMk cId="3226553828" sldId="285"/>
            <ac:spMk id="44" creationId="{07647745-1ED9-CBEF-1216-D98A59A35EE4}"/>
          </ac:spMkLst>
        </pc:spChg>
        <pc:spChg chg="del">
          <ac:chgData name="Kareem Herish" userId="9bface77e817b5a2" providerId="LiveId" clId="{67892E44-E0D3-4F5F-A8A5-78AED56959AB}" dt="2026-10-25T11:35:15.229" v="187" actId="478"/>
          <ac:spMkLst>
            <pc:docMk/>
            <pc:sldMk cId="3226553828" sldId="285"/>
            <ac:spMk id="45" creationId="{A637A704-ECC3-53CD-ECCC-D0EFC8EB5215}"/>
          </ac:spMkLst>
        </pc:spChg>
      </pc:sldChg>
      <pc:sldChg chg="delSp modSp add mod ord">
        <pc:chgData name="Kareem Herish" userId="9bface77e817b5a2" providerId="LiveId" clId="{67892E44-E0D3-4F5F-A8A5-78AED56959AB}" dt="2026-10-25T11:45:30.566" v="436" actId="14100"/>
        <pc:sldMkLst>
          <pc:docMk/>
          <pc:sldMk cId="1228470520" sldId="286"/>
        </pc:sldMkLst>
        <pc:spChg chg="mod">
          <ac:chgData name="Kareem Herish" userId="9bface77e817b5a2" providerId="LiveId" clId="{67892E44-E0D3-4F5F-A8A5-78AED56959AB}" dt="2026-10-25T11:44:07.343" v="234" actId="1076"/>
          <ac:spMkLst>
            <pc:docMk/>
            <pc:sldMk cId="1228470520" sldId="286"/>
            <ac:spMk id="6" creationId="{3E763F92-0CF2-1587-8901-DCE9E459F049}"/>
          </ac:spMkLst>
        </pc:spChg>
        <pc:spChg chg="del">
          <ac:chgData name="Kareem Herish" userId="9bface77e817b5a2" providerId="LiveId" clId="{67892E44-E0D3-4F5F-A8A5-78AED56959AB}" dt="2026-10-25T11:44:13.370" v="236" actId="478"/>
          <ac:spMkLst>
            <pc:docMk/>
            <pc:sldMk cId="1228470520" sldId="286"/>
            <ac:spMk id="7" creationId="{A03F9546-5705-A8D9-5584-26534B35ED2E}"/>
          </ac:spMkLst>
        </pc:spChg>
        <pc:spChg chg="del">
          <ac:chgData name="Kareem Herish" userId="9bface77e817b5a2" providerId="LiveId" clId="{67892E44-E0D3-4F5F-A8A5-78AED56959AB}" dt="2026-10-25T11:44:10.810" v="235" actId="478"/>
          <ac:spMkLst>
            <pc:docMk/>
            <pc:sldMk cId="1228470520" sldId="286"/>
            <ac:spMk id="8" creationId="{2D310B85-EF4E-0E66-3F3D-8A1C619A943F}"/>
          </ac:spMkLst>
        </pc:spChg>
        <pc:spChg chg="del">
          <ac:chgData name="Kareem Herish" userId="9bface77e817b5a2" providerId="LiveId" clId="{67892E44-E0D3-4F5F-A8A5-78AED56959AB}" dt="2026-10-25T11:44:10.810" v="235" actId="478"/>
          <ac:spMkLst>
            <pc:docMk/>
            <pc:sldMk cId="1228470520" sldId="286"/>
            <ac:spMk id="10" creationId="{38C142BA-3572-B4EB-ED9B-B26D0E9860CA}"/>
          </ac:spMkLst>
        </pc:spChg>
        <pc:spChg chg="del">
          <ac:chgData name="Kareem Herish" userId="9bface77e817b5a2" providerId="LiveId" clId="{67892E44-E0D3-4F5F-A8A5-78AED56959AB}" dt="2026-10-25T11:44:10.810" v="235" actId="478"/>
          <ac:spMkLst>
            <pc:docMk/>
            <pc:sldMk cId="1228470520" sldId="286"/>
            <ac:spMk id="11" creationId="{0665395F-59E5-F3BF-3426-CEA446E9A23F}"/>
          </ac:spMkLst>
        </pc:spChg>
        <pc:spChg chg="del">
          <ac:chgData name="Kareem Herish" userId="9bface77e817b5a2" providerId="LiveId" clId="{67892E44-E0D3-4F5F-A8A5-78AED56959AB}" dt="2026-10-25T11:44:14.537" v="237" actId="478"/>
          <ac:spMkLst>
            <pc:docMk/>
            <pc:sldMk cId="1228470520" sldId="286"/>
            <ac:spMk id="12" creationId="{BAA34A4B-6497-F0D7-141C-A98D8DF9B934}"/>
          </ac:spMkLst>
        </pc:spChg>
        <pc:spChg chg="del">
          <ac:chgData name="Kareem Herish" userId="9bface77e817b5a2" providerId="LiveId" clId="{67892E44-E0D3-4F5F-A8A5-78AED56959AB}" dt="2026-10-25T11:44:10.810" v="235" actId="478"/>
          <ac:spMkLst>
            <pc:docMk/>
            <pc:sldMk cId="1228470520" sldId="286"/>
            <ac:spMk id="13" creationId="{40923D81-64C9-7DAB-D055-8B1F3177E873}"/>
          </ac:spMkLst>
        </pc:spChg>
        <pc:spChg chg="del">
          <ac:chgData name="Kareem Herish" userId="9bface77e817b5a2" providerId="LiveId" clId="{67892E44-E0D3-4F5F-A8A5-78AED56959AB}" dt="2026-10-25T11:44:10.810" v="235" actId="478"/>
          <ac:spMkLst>
            <pc:docMk/>
            <pc:sldMk cId="1228470520" sldId="286"/>
            <ac:spMk id="15" creationId="{B9DFFED4-107C-E7F1-2CA3-EAFDCF30B28B}"/>
          </ac:spMkLst>
        </pc:spChg>
        <pc:spChg chg="del">
          <ac:chgData name="Kareem Herish" userId="9bface77e817b5a2" providerId="LiveId" clId="{67892E44-E0D3-4F5F-A8A5-78AED56959AB}" dt="2026-10-25T11:44:15.180" v="238" actId="478"/>
          <ac:spMkLst>
            <pc:docMk/>
            <pc:sldMk cId="1228470520" sldId="286"/>
            <ac:spMk id="17" creationId="{7F0BF56E-14EA-01A4-27F7-953EB3AA0A6C}"/>
          </ac:spMkLst>
        </pc:spChg>
        <pc:spChg chg="del">
          <ac:chgData name="Kareem Herish" userId="9bface77e817b5a2" providerId="LiveId" clId="{67892E44-E0D3-4F5F-A8A5-78AED56959AB}" dt="2026-10-25T11:44:10.810" v="235" actId="478"/>
          <ac:spMkLst>
            <pc:docMk/>
            <pc:sldMk cId="1228470520" sldId="286"/>
            <ac:spMk id="18" creationId="{79D9342F-5105-4A92-8BD0-50AE54FFC825}"/>
          </ac:spMkLst>
        </pc:spChg>
        <pc:spChg chg="del">
          <ac:chgData name="Kareem Herish" userId="9bface77e817b5a2" providerId="LiveId" clId="{67892E44-E0D3-4F5F-A8A5-78AED56959AB}" dt="2026-10-25T11:44:10.810" v="235" actId="478"/>
          <ac:spMkLst>
            <pc:docMk/>
            <pc:sldMk cId="1228470520" sldId="286"/>
            <ac:spMk id="19" creationId="{34B334C7-6CEF-61B1-FACC-8E22BDA491E0}"/>
          </ac:spMkLst>
        </pc:spChg>
        <pc:spChg chg="del">
          <ac:chgData name="Kareem Herish" userId="9bface77e817b5a2" providerId="LiveId" clId="{67892E44-E0D3-4F5F-A8A5-78AED56959AB}" dt="2026-10-25T11:44:10.810" v="235" actId="478"/>
          <ac:spMkLst>
            <pc:docMk/>
            <pc:sldMk cId="1228470520" sldId="286"/>
            <ac:spMk id="21" creationId="{1BD61520-08BB-A6E4-2769-15E0F22DEB5C}"/>
          </ac:spMkLst>
        </pc:spChg>
        <pc:spChg chg="del">
          <ac:chgData name="Kareem Herish" userId="9bface77e817b5a2" providerId="LiveId" clId="{67892E44-E0D3-4F5F-A8A5-78AED56959AB}" dt="2026-10-25T11:44:15.625" v="239" actId="478"/>
          <ac:spMkLst>
            <pc:docMk/>
            <pc:sldMk cId="1228470520" sldId="286"/>
            <ac:spMk id="22" creationId="{10C3326E-821B-AE82-2634-A887A5314F2C}"/>
          </ac:spMkLst>
        </pc:spChg>
        <pc:spChg chg="del">
          <ac:chgData name="Kareem Herish" userId="9bface77e817b5a2" providerId="LiveId" clId="{67892E44-E0D3-4F5F-A8A5-78AED56959AB}" dt="2026-10-25T11:44:10.810" v="235" actId="478"/>
          <ac:spMkLst>
            <pc:docMk/>
            <pc:sldMk cId="1228470520" sldId="286"/>
            <ac:spMk id="23" creationId="{A974A4E4-163A-DEF0-CAA6-E77A058C9395}"/>
          </ac:spMkLst>
        </pc:spChg>
        <pc:spChg chg="del">
          <ac:chgData name="Kareem Herish" userId="9bface77e817b5a2" providerId="LiveId" clId="{67892E44-E0D3-4F5F-A8A5-78AED56959AB}" dt="2026-10-25T11:44:10.810" v="235" actId="478"/>
          <ac:spMkLst>
            <pc:docMk/>
            <pc:sldMk cId="1228470520" sldId="286"/>
            <ac:spMk id="24" creationId="{029D57B7-019C-5BA8-D4A4-E7BE9872281B}"/>
          </ac:spMkLst>
        </pc:spChg>
        <pc:spChg chg="mod">
          <ac:chgData name="Kareem Herish" userId="9bface77e817b5a2" providerId="LiveId" clId="{67892E44-E0D3-4F5F-A8A5-78AED56959AB}" dt="2026-10-25T11:45:10.325" v="430" actId="14100"/>
          <ac:spMkLst>
            <pc:docMk/>
            <pc:sldMk cId="1228470520" sldId="286"/>
            <ac:spMk id="27" creationId="{EB0A757E-8A77-1108-2288-E1C00D55A9BF}"/>
          </ac:spMkLst>
        </pc:spChg>
        <pc:spChg chg="mod">
          <ac:chgData name="Kareem Herish" userId="9bface77e817b5a2" providerId="LiveId" clId="{67892E44-E0D3-4F5F-A8A5-78AED56959AB}" dt="2026-10-25T11:45:03.796" v="429" actId="1037"/>
          <ac:spMkLst>
            <pc:docMk/>
            <pc:sldMk cId="1228470520" sldId="286"/>
            <ac:spMk id="28" creationId="{89278FFB-B055-BD97-BF72-47CD079B802B}"/>
          </ac:spMkLst>
        </pc:spChg>
        <pc:spChg chg="mod">
          <ac:chgData name="Kareem Herish" userId="9bface77e817b5a2" providerId="LiveId" clId="{67892E44-E0D3-4F5F-A8A5-78AED56959AB}" dt="2026-10-25T11:45:03.796" v="429" actId="1037"/>
          <ac:spMkLst>
            <pc:docMk/>
            <pc:sldMk cId="1228470520" sldId="286"/>
            <ac:spMk id="29" creationId="{D247974B-604C-A0CA-1F5A-22D0FA97B1C8}"/>
          </ac:spMkLst>
        </pc:spChg>
        <pc:spChg chg="mod">
          <ac:chgData name="Kareem Herish" userId="9bface77e817b5a2" providerId="LiveId" clId="{67892E44-E0D3-4F5F-A8A5-78AED56959AB}" dt="2026-10-25T11:45:03.796" v="429" actId="1037"/>
          <ac:spMkLst>
            <pc:docMk/>
            <pc:sldMk cId="1228470520" sldId="286"/>
            <ac:spMk id="30" creationId="{A7D47624-AAF9-FA84-3188-3509533AE0FB}"/>
          </ac:spMkLst>
        </pc:spChg>
        <pc:spChg chg="mod">
          <ac:chgData name="Kareem Herish" userId="9bface77e817b5a2" providerId="LiveId" clId="{67892E44-E0D3-4F5F-A8A5-78AED56959AB}" dt="2026-10-25T11:45:03.796" v="429" actId="1037"/>
          <ac:spMkLst>
            <pc:docMk/>
            <pc:sldMk cId="1228470520" sldId="286"/>
            <ac:spMk id="31" creationId="{8709A935-F277-3CCA-7DCF-607BBC229C19}"/>
          </ac:spMkLst>
        </pc:spChg>
        <pc:spChg chg="mod">
          <ac:chgData name="Kareem Herish" userId="9bface77e817b5a2" providerId="LiveId" clId="{67892E44-E0D3-4F5F-A8A5-78AED56959AB}" dt="2026-10-25T11:45:21.766" v="434" actId="14100"/>
          <ac:spMkLst>
            <pc:docMk/>
            <pc:sldMk cId="1228470520" sldId="286"/>
            <ac:spMk id="32" creationId="{3CC117F5-98B5-3320-A9BA-C38CEA070E92}"/>
          </ac:spMkLst>
        </pc:spChg>
        <pc:spChg chg="mod">
          <ac:chgData name="Kareem Herish" userId="9bface77e817b5a2" providerId="LiveId" clId="{67892E44-E0D3-4F5F-A8A5-78AED56959AB}" dt="2026-10-25T11:45:03.796" v="429" actId="1037"/>
          <ac:spMkLst>
            <pc:docMk/>
            <pc:sldMk cId="1228470520" sldId="286"/>
            <ac:spMk id="33" creationId="{462F39B3-863B-4E52-7C9F-029F69DB825E}"/>
          </ac:spMkLst>
        </pc:spChg>
        <pc:spChg chg="mod">
          <ac:chgData name="Kareem Herish" userId="9bface77e817b5a2" providerId="LiveId" clId="{67892E44-E0D3-4F5F-A8A5-78AED56959AB}" dt="2026-10-25T11:45:26.297" v="435" actId="14100"/>
          <ac:spMkLst>
            <pc:docMk/>
            <pc:sldMk cId="1228470520" sldId="286"/>
            <ac:spMk id="37" creationId="{5820EF71-0C66-9906-A16D-06C2E3A889DA}"/>
          </ac:spMkLst>
        </pc:spChg>
        <pc:spChg chg="mod">
          <ac:chgData name="Kareem Herish" userId="9bface77e817b5a2" providerId="LiveId" clId="{67892E44-E0D3-4F5F-A8A5-78AED56959AB}" dt="2026-10-25T11:45:03.796" v="429" actId="1037"/>
          <ac:spMkLst>
            <pc:docMk/>
            <pc:sldMk cId="1228470520" sldId="286"/>
            <ac:spMk id="38" creationId="{553E4B92-1B51-B833-5C18-3EC131E67BC1}"/>
          </ac:spMkLst>
        </pc:spChg>
        <pc:spChg chg="mod">
          <ac:chgData name="Kareem Herish" userId="9bface77e817b5a2" providerId="LiveId" clId="{67892E44-E0D3-4F5F-A8A5-78AED56959AB}" dt="2026-10-25T11:45:03.796" v="429" actId="1037"/>
          <ac:spMkLst>
            <pc:docMk/>
            <pc:sldMk cId="1228470520" sldId="286"/>
            <ac:spMk id="40" creationId="{23363E3F-E70A-769E-02E4-C35B9F041DE5}"/>
          </ac:spMkLst>
        </pc:spChg>
        <pc:spChg chg="mod">
          <ac:chgData name="Kareem Herish" userId="9bface77e817b5a2" providerId="LiveId" clId="{67892E44-E0D3-4F5F-A8A5-78AED56959AB}" dt="2026-10-25T11:44:25.134" v="324" actId="1037"/>
          <ac:spMkLst>
            <pc:docMk/>
            <pc:sldMk cId="1228470520" sldId="286"/>
            <ac:spMk id="41" creationId="{046391F1-11F7-D2D8-BCCB-C81F295495DA}"/>
          </ac:spMkLst>
        </pc:spChg>
        <pc:spChg chg="mod">
          <ac:chgData name="Kareem Herish" userId="9bface77e817b5a2" providerId="LiveId" clId="{67892E44-E0D3-4F5F-A8A5-78AED56959AB}" dt="2026-10-25T11:45:30.566" v="436" actId="14100"/>
          <ac:spMkLst>
            <pc:docMk/>
            <pc:sldMk cId="1228470520" sldId="286"/>
            <ac:spMk id="42" creationId="{70E3B87E-18A0-7B74-7817-824D168D8D73}"/>
          </ac:spMkLst>
        </pc:spChg>
        <pc:spChg chg="mod">
          <ac:chgData name="Kareem Herish" userId="9bface77e817b5a2" providerId="LiveId" clId="{67892E44-E0D3-4F5F-A8A5-78AED56959AB}" dt="2026-10-25T11:44:25.134" v="324" actId="1037"/>
          <ac:spMkLst>
            <pc:docMk/>
            <pc:sldMk cId="1228470520" sldId="286"/>
            <ac:spMk id="44" creationId="{18044C11-6F36-B17B-A105-34750ED9A5D8}"/>
          </ac:spMkLst>
        </pc:spChg>
        <pc:spChg chg="mod">
          <ac:chgData name="Kareem Herish" userId="9bface77e817b5a2" providerId="LiveId" clId="{67892E44-E0D3-4F5F-A8A5-78AED56959AB}" dt="2026-10-25T11:45:03.796" v="429" actId="1037"/>
          <ac:spMkLst>
            <pc:docMk/>
            <pc:sldMk cId="1228470520" sldId="286"/>
            <ac:spMk id="46" creationId="{C767648C-B8B4-783D-0E3B-50D60174AA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412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36612-3157-01F6-FD31-384422EF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C3DD4-2743-60C8-410D-D1802D3EE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36005-D365-4D13-B80C-629B72FEF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850B-46E7-35A5-2306-D2FAD73BD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59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8E95A-B7CB-6DBC-D6FA-42D48F6B0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BF974-624D-1853-E794-B03244420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2DE02-41F1-73C9-70D0-72852644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074DA-F866-5F98-E857-B9F1CD4BD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77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9C6C7-6706-7B39-5576-2609ABF86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23E34-9A91-BFF5-B0B3-940739826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A58D8-F063-0A44-13AA-26EE06679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A449A-9624-02C5-FC98-865F2925C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0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9FF4-45DA-8420-66A5-90E65068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83A57-E06E-74F1-279A-4C696796D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E8E64-2962-6BBE-1A62-C6C412AED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26C08-FB73-87CC-D954-696807CF0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89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8A05-59DC-595D-5CC7-D28EAB861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C9BB9-CFE8-66F9-CD0B-35C02C29F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974E0-EA65-239D-68E7-573DCFF9E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23F73-AC20-516E-BB4C-62631F9A02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23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5FCCC-AB6B-2EDA-163B-F534FD7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6CF12-6AA6-4F31-F1C3-B42BFCD7B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3506F-7F6B-5E59-02BF-8156240C8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C1849-EFC4-3393-4297-C06BB62D7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87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E225-1BE5-743A-4E48-35D55D54D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D722B-9F8F-AA9D-0570-FEEC76C71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73735-7D18-871E-007F-ECC9E37E1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23B0E-6BA2-7948-F52F-4D8727D4A9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87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FAA94-1B56-D953-7730-9E85E08E5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DFE3C-3550-B273-E9D6-9315CEABA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A4A45-B176-158D-3EDA-107FD78C4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AE1EC-85A8-25B8-64F3-AB37A44F0F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66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1DE0E-2587-16B9-89E5-C6A251FC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E220D-E6EE-D912-8A56-A3940AC90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4F69A-1987-D914-8308-7BF9BEA1A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0370F-ADEB-8819-4B0E-ED5524A8E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244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0" y="-1645920"/>
            <a:ext cx="4754880" cy="4754880"/>
          </a:xfrm>
          <a:prstGeom prst="ellipse">
            <a:avLst/>
          </a:prstGeom>
          <a:solidFill>
            <a:srgbClr val="0F766E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32320" y="2377440"/>
            <a:ext cx="3657600" cy="3657600"/>
          </a:xfrm>
          <a:prstGeom prst="ellipse">
            <a:avLst/>
          </a:prstGeom>
          <a:solidFill>
            <a:srgbClr val="14B8A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-1280160" y="3108960"/>
            <a:ext cx="2743200" cy="274320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86066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Information Navigator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2499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Data, Objectives &amp; HAI Principle Ladder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401291"/>
            <a:ext cx="2194560" cy="73152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11480" y="914400"/>
            <a:ext cx="397764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11480" y="9144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0789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1732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&amp; Principle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17320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Ethics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1828800"/>
            <a:ext cx="397764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11480" y="18288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19933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1732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Personas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17320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typical, Typical and Advanced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2743200"/>
            <a:ext cx="397764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11480" y="27432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2907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417320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Bias-Check Notes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reviewed &amp; changed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11480" y="3657600"/>
            <a:ext cx="397764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11480" y="36576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5800" y="3822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417320" y="3794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41732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MedlinePlus + Arabic Pile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09160" y="914400"/>
            <a:ext cx="397764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709160" y="9144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983480" y="10789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71500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Maps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715000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 per persona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709160" y="1828800"/>
            <a:ext cx="397764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709160" y="18288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983480" y="19933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571500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Objectives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5715000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 – O6 with targets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709160" y="2743200"/>
            <a:ext cx="397764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709160" y="27432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983480" y="2907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5715000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Principle Ladder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571500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 → Feedback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709160" y="3657600"/>
            <a:ext cx="397764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709160" y="36576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983480" y="3822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5715000" y="3794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Choices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571500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grounding strategy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075F8-B6CE-4F26-F516-DDC2F1FDC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4C55EF-5878-D62F-024B-777615769CF3}"/>
              </a:ext>
            </a:extLst>
          </p:cNvPr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062A104-64C3-E786-6283-42EA2B4C3FB5}"/>
              </a:ext>
            </a:extLst>
          </p:cNvPr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61A29FB-893E-07F1-6E02-5A82204E6529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3785E42-EC39-8A91-748E-756337ABB71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03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934707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5C63D-FBEC-6E9D-88A2-78B94555D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5EDD75-1595-F7C2-A787-8CC747F770A5}"/>
              </a:ext>
            </a:extLst>
          </p:cNvPr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EAF024-B13F-A524-8CD5-0DB7705143F1}"/>
              </a:ext>
            </a:extLst>
          </p:cNvPr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901E55E-30F2-0B60-00EA-0C5463FDF00E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EEA45FD-6046-4455-E720-F6DAC2C9372F}"/>
              </a:ext>
            </a:extLst>
          </p:cNvPr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D40DFD9-03B9-8C59-A722-1D5182205A1A}"/>
              </a:ext>
            </a:extLst>
          </p:cNvPr>
          <p:cNvSpPr/>
          <p:nvPr/>
        </p:nvSpPr>
        <p:spPr>
          <a:xfrm>
            <a:off x="411480" y="914400"/>
            <a:ext cx="827532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3FBF047-0A69-5248-4E60-9E7A14DA61CB}"/>
              </a:ext>
            </a:extLst>
          </p:cNvPr>
          <p:cNvSpPr/>
          <p:nvPr/>
        </p:nvSpPr>
        <p:spPr>
          <a:xfrm>
            <a:off x="411480" y="9144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2FD0BB9-34D6-B10C-DC0B-09B62BB716D4}"/>
              </a:ext>
            </a:extLst>
          </p:cNvPr>
          <p:cNvSpPr/>
          <p:nvPr/>
        </p:nvSpPr>
        <p:spPr>
          <a:xfrm>
            <a:off x="685800" y="10789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4774293-1611-AA52-612F-592E64009220}"/>
              </a:ext>
            </a:extLst>
          </p:cNvPr>
          <p:cNvSpPr/>
          <p:nvPr/>
        </p:nvSpPr>
        <p:spPr>
          <a:xfrm>
            <a:off x="141732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&amp; Principle</a:t>
            </a:r>
            <a:endParaRPr lang="en-US" sz="15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1906558-FFA9-21F8-8ABC-C17C6A23E0F7}"/>
              </a:ext>
            </a:extLst>
          </p:cNvPr>
          <p:cNvSpPr/>
          <p:nvPr/>
        </p:nvSpPr>
        <p:spPr>
          <a:xfrm>
            <a:off x="1417320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Ethics</a:t>
            </a:r>
            <a:endParaRPr lang="en-US" sz="12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4FB47E2-E9E9-98C6-FC0D-5E0FD502BAE9}"/>
              </a:ext>
            </a:extLst>
          </p:cNvPr>
          <p:cNvSpPr/>
          <p:nvPr/>
        </p:nvSpPr>
        <p:spPr>
          <a:xfrm>
            <a:off x="411480" y="1828800"/>
            <a:ext cx="827532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696DF66-8447-A908-82A3-721A45DC5726}"/>
              </a:ext>
            </a:extLst>
          </p:cNvPr>
          <p:cNvSpPr/>
          <p:nvPr/>
        </p:nvSpPr>
        <p:spPr>
          <a:xfrm>
            <a:off x="411480" y="18288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8994F6C-7736-7241-1295-62E1F3F59E14}"/>
              </a:ext>
            </a:extLst>
          </p:cNvPr>
          <p:cNvSpPr/>
          <p:nvPr/>
        </p:nvSpPr>
        <p:spPr>
          <a:xfrm>
            <a:off x="685800" y="19933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A34F396-F029-AFDF-F814-01B9ADD6908F}"/>
              </a:ext>
            </a:extLst>
          </p:cNvPr>
          <p:cNvSpPr/>
          <p:nvPr/>
        </p:nvSpPr>
        <p:spPr>
          <a:xfrm>
            <a:off x="141732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Personas</a:t>
            </a:r>
            <a:endParaRPr lang="en-US" sz="15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C7DEED7-6F6E-B7D5-1477-8B4CA83107B7}"/>
              </a:ext>
            </a:extLst>
          </p:cNvPr>
          <p:cNvSpPr/>
          <p:nvPr/>
        </p:nvSpPr>
        <p:spPr>
          <a:xfrm>
            <a:off x="1417320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typical, Typical and Advanced</a:t>
            </a:r>
            <a:endParaRPr lang="en-US" sz="12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CA742F1-F4A8-456E-EB49-AA34990A15D7}"/>
              </a:ext>
            </a:extLst>
          </p:cNvPr>
          <p:cNvSpPr/>
          <p:nvPr/>
        </p:nvSpPr>
        <p:spPr>
          <a:xfrm>
            <a:off x="411480" y="2743200"/>
            <a:ext cx="827532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345AEE7-0717-3999-DAB2-A0D709A12EBC}"/>
              </a:ext>
            </a:extLst>
          </p:cNvPr>
          <p:cNvSpPr/>
          <p:nvPr/>
        </p:nvSpPr>
        <p:spPr>
          <a:xfrm>
            <a:off x="411480" y="27432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66B0AC4-50D3-4480-6F92-F3EE222A0F6B}"/>
              </a:ext>
            </a:extLst>
          </p:cNvPr>
          <p:cNvSpPr/>
          <p:nvPr/>
        </p:nvSpPr>
        <p:spPr>
          <a:xfrm>
            <a:off x="685800" y="2907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0788EB6-1CBA-EAD6-3949-48D78AAA1542}"/>
              </a:ext>
            </a:extLst>
          </p:cNvPr>
          <p:cNvSpPr/>
          <p:nvPr/>
        </p:nvSpPr>
        <p:spPr>
          <a:xfrm>
            <a:off x="1417320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Bias-Check Notes</a:t>
            </a:r>
            <a:endParaRPr lang="en-US" sz="15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D9D9532-7AD3-B9CD-D0FD-77B1AC771F47}"/>
              </a:ext>
            </a:extLst>
          </p:cNvPr>
          <p:cNvSpPr/>
          <p:nvPr/>
        </p:nvSpPr>
        <p:spPr>
          <a:xfrm>
            <a:off x="141732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reviewed &amp; changed</a:t>
            </a:r>
            <a:endParaRPr lang="en-US" sz="12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EA1CA01E-E27F-6FAF-EBFA-6A64A6D482F8}"/>
              </a:ext>
            </a:extLst>
          </p:cNvPr>
          <p:cNvSpPr/>
          <p:nvPr/>
        </p:nvSpPr>
        <p:spPr>
          <a:xfrm>
            <a:off x="411480" y="3657600"/>
            <a:ext cx="827532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528094F-B00F-0D01-B2D4-CF94B179E82C}"/>
              </a:ext>
            </a:extLst>
          </p:cNvPr>
          <p:cNvSpPr/>
          <p:nvPr/>
        </p:nvSpPr>
        <p:spPr>
          <a:xfrm>
            <a:off x="411480" y="36576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66343E4-0EEA-6D8E-300D-2FC024EB8633}"/>
              </a:ext>
            </a:extLst>
          </p:cNvPr>
          <p:cNvSpPr/>
          <p:nvPr/>
        </p:nvSpPr>
        <p:spPr>
          <a:xfrm>
            <a:off x="685800" y="3822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077DE3C-C855-067D-4AF7-C84684547F54}"/>
              </a:ext>
            </a:extLst>
          </p:cNvPr>
          <p:cNvSpPr/>
          <p:nvPr/>
        </p:nvSpPr>
        <p:spPr>
          <a:xfrm>
            <a:off x="1417320" y="3794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07B105A-C04A-ADE8-1D3C-8B835C36E767}"/>
              </a:ext>
            </a:extLst>
          </p:cNvPr>
          <p:cNvSpPr/>
          <p:nvPr/>
        </p:nvSpPr>
        <p:spPr>
          <a:xfrm>
            <a:off x="141732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MedlinePlus + Arabic Pile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26553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37591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Safety and Ethics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11480" y="960120"/>
            <a:ext cx="8503920" cy="914400"/>
          </a:xfrm>
          <a:prstGeom prst="roundRect">
            <a:avLst>
              <a:gd name="adj" fmla="val 9600"/>
            </a:avLst>
          </a:prstGeom>
          <a:solidFill>
            <a:srgbClr val="0D4F5C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868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must refuse unsafe medical advice, escalate red-flag cases, cite sources,</a:t>
            </a:r>
            <a:endParaRPr lang="en-US" sz="1300" dirty="0"/>
          </a:p>
          <a:p>
            <a:pPr marL="0" indent="0" algn="just">
              <a:buNone/>
            </a:pPr>
            <a:r>
              <a:rPr lang="en-US" sz="13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never claim to replace a doctor. Every design choice is checked against this principle.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21945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463040" y="2423160"/>
            <a:ext cx="502920" cy="502920"/>
          </a:xfrm>
          <a:prstGeom prst="ellipse">
            <a:avLst/>
          </a:prstGeom>
          <a:solidFill>
            <a:srgbClr val="0F766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682" y="253380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filter blocks diagnosis &amp; dose requests before retrieval.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91840" y="21945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343400" y="2423160"/>
            <a:ext cx="502920" cy="502920"/>
          </a:xfrm>
          <a:prstGeom prst="ellipse">
            <a:avLst/>
          </a:prstGeom>
          <a:solidFill>
            <a:srgbClr val="0F766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042" y="253380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2900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47472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shows the exact passage and source it came from.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21945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223760" y="2423160"/>
            <a:ext cx="502920" cy="502920"/>
          </a:xfrm>
          <a:prstGeom prst="ellipse">
            <a:avLst/>
          </a:prstGeom>
          <a:solidFill>
            <a:srgbClr val="0F766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402" y="2533802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936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Inclusive Design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35508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cover low vision, one-hand use, dialect, and advanced users.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37761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Fictional Personas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691640"/>
            <a:ext cx="2743200" cy="27432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Hoda Mostafa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· Assiut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Typical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vision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24612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24612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246120" y="1691640"/>
            <a:ext cx="2743200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33756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Mina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33756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· Alexandria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42900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2900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42900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2900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Novice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42900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42900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One-hand use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2648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12648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126480" y="1691640"/>
            <a:ext cx="274320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21792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Yara Farag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21792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· Riyadh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0936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30936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30936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30936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30936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30936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Keyboard-first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EEFFA-A7F5-BC7B-E7CA-04A6A004D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2585E5-598A-1F94-558B-754EDD27A542}"/>
              </a:ext>
            </a:extLst>
          </p:cNvPr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78B770-7373-CA3A-8C35-378270A8DE6B}"/>
              </a:ext>
            </a:extLst>
          </p:cNvPr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CB91F79-2016-D854-3C0A-3322E7B05E65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D1D794C-DAC8-05CA-12DD-E4D8021F5862}"/>
              </a:ext>
            </a:extLst>
          </p:cNvPr>
          <p:cNvSpPr/>
          <p:nvPr/>
        </p:nvSpPr>
        <p:spPr>
          <a:xfrm>
            <a:off x="457200" y="37761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Fictional Personas</a:t>
            </a:r>
            <a:endParaRPr lang="en-US" sz="2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9E49A03-BBAD-8F66-FAA2-D5748AE2AC1B}"/>
              </a:ext>
            </a:extLst>
          </p:cNvPr>
          <p:cNvSpPr/>
          <p:nvPr/>
        </p:nvSpPr>
        <p:spPr>
          <a:xfrm>
            <a:off x="36576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8B30560-EEFB-F454-38D2-1531B8EA1AD2}"/>
              </a:ext>
            </a:extLst>
          </p:cNvPr>
          <p:cNvSpPr/>
          <p:nvPr/>
        </p:nvSpPr>
        <p:spPr>
          <a:xfrm>
            <a:off x="36576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9AC21D7-65D2-E24E-C672-35F9BE0F3A38}"/>
              </a:ext>
            </a:extLst>
          </p:cNvPr>
          <p:cNvSpPr/>
          <p:nvPr/>
        </p:nvSpPr>
        <p:spPr>
          <a:xfrm>
            <a:off x="365760" y="1691640"/>
            <a:ext cx="2743200" cy="27432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79AA7E4-DD3F-B444-8F17-8EA9292C84F3}"/>
              </a:ext>
            </a:extLst>
          </p:cNvPr>
          <p:cNvSpPr/>
          <p:nvPr/>
        </p:nvSpPr>
        <p:spPr>
          <a:xfrm>
            <a:off x="45720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Hoda Mostafa</a:t>
            </a:r>
            <a:endParaRPr lang="en-US" sz="1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630350A-9B7E-36BE-CE35-919C33A973C6}"/>
              </a:ext>
            </a:extLst>
          </p:cNvPr>
          <p:cNvSpPr/>
          <p:nvPr/>
        </p:nvSpPr>
        <p:spPr>
          <a:xfrm>
            <a:off x="45720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· Assiut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FFA108D-88BF-A83D-44C7-A07683538FBE}"/>
              </a:ext>
            </a:extLst>
          </p:cNvPr>
          <p:cNvSpPr/>
          <p:nvPr/>
        </p:nvSpPr>
        <p:spPr>
          <a:xfrm>
            <a:off x="54864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2A07F19-FCB8-C72F-D2CA-23F863A357B1}"/>
              </a:ext>
            </a:extLst>
          </p:cNvPr>
          <p:cNvSpPr/>
          <p:nvPr/>
        </p:nvSpPr>
        <p:spPr>
          <a:xfrm>
            <a:off x="54864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Typical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5104920-4E9B-3925-B247-D40850E5EFA4}"/>
              </a:ext>
            </a:extLst>
          </p:cNvPr>
          <p:cNvSpPr/>
          <p:nvPr/>
        </p:nvSpPr>
        <p:spPr>
          <a:xfrm>
            <a:off x="54864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14C62B4-BA1D-D7EB-B5E1-443AD2CFE96B}"/>
              </a:ext>
            </a:extLst>
          </p:cNvPr>
          <p:cNvSpPr/>
          <p:nvPr/>
        </p:nvSpPr>
        <p:spPr>
          <a:xfrm>
            <a:off x="54864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Novice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9EAEBF1-0163-17D5-E3F2-3FF0F94C5883}"/>
              </a:ext>
            </a:extLst>
          </p:cNvPr>
          <p:cNvSpPr/>
          <p:nvPr/>
        </p:nvSpPr>
        <p:spPr>
          <a:xfrm>
            <a:off x="54864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07162FA-FEED-4754-B927-E403045CD512}"/>
              </a:ext>
            </a:extLst>
          </p:cNvPr>
          <p:cNvSpPr/>
          <p:nvPr/>
        </p:nvSpPr>
        <p:spPr>
          <a:xfrm>
            <a:off x="54864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vision</a:t>
            </a:r>
            <a:endParaRPr lang="en-US" sz="1400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642CF39A-A794-2BFD-0E00-D5276B36C425}"/>
              </a:ext>
            </a:extLst>
          </p:cNvPr>
          <p:cNvSpPr/>
          <p:nvPr/>
        </p:nvSpPr>
        <p:spPr>
          <a:xfrm>
            <a:off x="4067810" y="1097280"/>
            <a:ext cx="4794250" cy="1402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64DDAD4A-EB34-E891-6532-EE9331F20D92}"/>
              </a:ext>
            </a:extLst>
          </p:cNvPr>
          <p:cNvSpPr/>
          <p:nvPr/>
        </p:nvSpPr>
        <p:spPr>
          <a:xfrm>
            <a:off x="4250690" y="1554480"/>
            <a:ext cx="46113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general causes of frequent headaches and tiredness before seeing a doctor. Share simple answers with her family.</a:t>
            </a:r>
            <a:endParaRPr lang="en-US" sz="1300" dirty="0"/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3117C2E1-D65D-E213-04ED-A4A1DD0B2474}"/>
              </a:ext>
            </a:extLst>
          </p:cNvPr>
          <p:cNvSpPr/>
          <p:nvPr/>
        </p:nvSpPr>
        <p:spPr>
          <a:xfrm>
            <a:off x="4074160" y="2697480"/>
            <a:ext cx="4787900" cy="19659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D8A8D0A0-6CF4-BF4F-67CD-394387CFA33B}"/>
              </a:ext>
            </a:extLst>
          </p:cNvPr>
          <p:cNvSpPr/>
          <p:nvPr/>
        </p:nvSpPr>
        <p:spPr>
          <a:xfrm>
            <a:off x="4257040" y="3154680"/>
            <a:ext cx="4352636" cy="138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text, medical jargon, ads. Cannot tell who is behind the information.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Unsure and cautious — worries a machine will guess about her health. Needs to see where the answer comes from.</a:t>
            </a:r>
            <a:endParaRPr lang="en-US" sz="13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3CCD5E51-87A8-9E7B-824B-353BF6617BF2}"/>
              </a:ext>
            </a:extLst>
          </p:cNvPr>
          <p:cNvSpPr/>
          <p:nvPr/>
        </p:nvSpPr>
        <p:spPr>
          <a:xfrm>
            <a:off x="4067810" y="1092903"/>
            <a:ext cx="4794250" cy="461577"/>
          </a:xfrm>
          <a:prstGeom prst="roundRect">
            <a:avLst>
              <a:gd name="adj" fmla="val 12632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A5E37DE2-889D-599E-BA13-3C8705F0079F}"/>
              </a:ext>
            </a:extLst>
          </p:cNvPr>
          <p:cNvSpPr/>
          <p:nvPr/>
        </p:nvSpPr>
        <p:spPr>
          <a:xfrm>
            <a:off x="4250690" y="1097280"/>
            <a:ext cx="4611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B137FD20-9CD7-37A0-E2FA-85A88204201F}"/>
              </a:ext>
            </a:extLst>
          </p:cNvPr>
          <p:cNvSpPr/>
          <p:nvPr/>
        </p:nvSpPr>
        <p:spPr>
          <a:xfrm>
            <a:off x="4067810" y="2695490"/>
            <a:ext cx="4787900" cy="461577"/>
          </a:xfrm>
          <a:prstGeom prst="roundRect">
            <a:avLst>
              <a:gd name="adj" fmla="val 12632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BAA7A48A-B086-3F1F-7EC7-B834F0F0820B}"/>
              </a:ext>
            </a:extLst>
          </p:cNvPr>
          <p:cNvSpPr/>
          <p:nvPr/>
        </p:nvSpPr>
        <p:spPr>
          <a:xfrm>
            <a:off x="4257040" y="2697480"/>
            <a:ext cx="45986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Frustrations &amp; Feelings about AI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31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0" grpId="0" animBg="1"/>
      <p:bldP spid="32" grpId="0" animBg="1"/>
      <p:bldP spid="33" grpId="0" animBg="1"/>
      <p:bldP spid="28" grpId="0" animBg="1"/>
      <p:bldP spid="34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28450-D249-AC27-6573-D60F8097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69A857-52A4-EF5B-114C-AFFD1637C93A}"/>
              </a:ext>
            </a:extLst>
          </p:cNvPr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D0BDEA-082D-9591-F8CC-259FD43E818A}"/>
              </a:ext>
            </a:extLst>
          </p:cNvPr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FDF6226-9044-6595-B41B-2410B02FEC29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1F9D5AB-4F53-A7D2-F949-273C5A111250}"/>
              </a:ext>
            </a:extLst>
          </p:cNvPr>
          <p:cNvSpPr/>
          <p:nvPr/>
        </p:nvSpPr>
        <p:spPr>
          <a:xfrm>
            <a:off x="457200" y="37761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Fictional Personas</a:t>
            </a:r>
            <a:endParaRPr lang="en-US" sz="2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D396E0E-EAD5-E7FE-535D-DCC10601EA84}"/>
              </a:ext>
            </a:extLst>
          </p:cNvPr>
          <p:cNvSpPr/>
          <p:nvPr/>
        </p:nvSpPr>
        <p:spPr>
          <a:xfrm>
            <a:off x="36576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8E25F6B-02EC-2755-7E50-23619AF46902}"/>
              </a:ext>
            </a:extLst>
          </p:cNvPr>
          <p:cNvSpPr/>
          <p:nvPr/>
        </p:nvSpPr>
        <p:spPr>
          <a:xfrm>
            <a:off x="36576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CE2EFE1-5B32-2DEB-E1A4-FE6686474864}"/>
              </a:ext>
            </a:extLst>
          </p:cNvPr>
          <p:cNvSpPr/>
          <p:nvPr/>
        </p:nvSpPr>
        <p:spPr>
          <a:xfrm>
            <a:off x="365760" y="1691640"/>
            <a:ext cx="2743200" cy="27432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3C25AE9-FA1A-255A-4316-D4DE0ED9DAE1}"/>
              </a:ext>
            </a:extLst>
          </p:cNvPr>
          <p:cNvSpPr/>
          <p:nvPr/>
        </p:nvSpPr>
        <p:spPr>
          <a:xfrm>
            <a:off x="45720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Hoda Mostafa</a:t>
            </a:r>
            <a:endParaRPr lang="en-US" sz="1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F41AA86-84DA-13C8-132E-1F6727786D44}"/>
              </a:ext>
            </a:extLst>
          </p:cNvPr>
          <p:cNvSpPr/>
          <p:nvPr/>
        </p:nvSpPr>
        <p:spPr>
          <a:xfrm>
            <a:off x="45720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· Assiut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E801853-0540-4CD5-FE93-D71ED7A85C12}"/>
              </a:ext>
            </a:extLst>
          </p:cNvPr>
          <p:cNvSpPr/>
          <p:nvPr/>
        </p:nvSpPr>
        <p:spPr>
          <a:xfrm>
            <a:off x="54864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1C72524-E34B-C795-DC03-5FBCCF2674D4}"/>
              </a:ext>
            </a:extLst>
          </p:cNvPr>
          <p:cNvSpPr/>
          <p:nvPr/>
        </p:nvSpPr>
        <p:spPr>
          <a:xfrm>
            <a:off x="54864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Typical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A3C602E-17C6-D07D-FE36-A1C92A4B0971}"/>
              </a:ext>
            </a:extLst>
          </p:cNvPr>
          <p:cNvSpPr/>
          <p:nvPr/>
        </p:nvSpPr>
        <p:spPr>
          <a:xfrm>
            <a:off x="54864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10F422B-B4C9-C755-1C4B-309AAB3F79A6}"/>
              </a:ext>
            </a:extLst>
          </p:cNvPr>
          <p:cNvSpPr/>
          <p:nvPr/>
        </p:nvSpPr>
        <p:spPr>
          <a:xfrm>
            <a:off x="54864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Novice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71484AE-6585-24DB-4D39-7476BE4FCD18}"/>
              </a:ext>
            </a:extLst>
          </p:cNvPr>
          <p:cNvSpPr/>
          <p:nvPr/>
        </p:nvSpPr>
        <p:spPr>
          <a:xfrm>
            <a:off x="54864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6C842A-EE5C-0CFB-1575-5439CEDAADDC}"/>
              </a:ext>
            </a:extLst>
          </p:cNvPr>
          <p:cNvSpPr/>
          <p:nvPr/>
        </p:nvSpPr>
        <p:spPr>
          <a:xfrm>
            <a:off x="54864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vision</a:t>
            </a:r>
            <a:endParaRPr lang="en-US" sz="14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0A993AB-119C-9ACF-0D40-1551E69314E8}"/>
              </a:ext>
            </a:extLst>
          </p:cNvPr>
          <p:cNvSpPr/>
          <p:nvPr/>
        </p:nvSpPr>
        <p:spPr>
          <a:xfrm>
            <a:off x="324612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0D0C098-0272-ED9A-D45F-34191A03D889}"/>
              </a:ext>
            </a:extLst>
          </p:cNvPr>
          <p:cNvSpPr/>
          <p:nvPr/>
        </p:nvSpPr>
        <p:spPr>
          <a:xfrm>
            <a:off x="324612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E968E559-DF1F-2B32-4AB8-A59EB7798D04}"/>
              </a:ext>
            </a:extLst>
          </p:cNvPr>
          <p:cNvSpPr/>
          <p:nvPr/>
        </p:nvSpPr>
        <p:spPr>
          <a:xfrm>
            <a:off x="3246120" y="1691640"/>
            <a:ext cx="2743200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58D6141-12BA-C1EA-0D4B-E1379C1841D5}"/>
              </a:ext>
            </a:extLst>
          </p:cNvPr>
          <p:cNvSpPr/>
          <p:nvPr/>
        </p:nvSpPr>
        <p:spPr>
          <a:xfrm>
            <a:off x="333756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Mina</a:t>
            </a:r>
            <a:endParaRPr lang="en-US" sz="15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A962F41-72CB-A6CB-F6C2-8887030DBC04}"/>
              </a:ext>
            </a:extLst>
          </p:cNvPr>
          <p:cNvSpPr/>
          <p:nvPr/>
        </p:nvSpPr>
        <p:spPr>
          <a:xfrm>
            <a:off x="333756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· Alexandria</a:t>
            </a:r>
            <a:endParaRPr lang="en-US" sz="12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667F2EE-1E09-0344-3FC3-6D6DD7AE4046}"/>
              </a:ext>
            </a:extLst>
          </p:cNvPr>
          <p:cNvSpPr/>
          <p:nvPr/>
        </p:nvSpPr>
        <p:spPr>
          <a:xfrm>
            <a:off x="342900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FB721F6F-8D31-55E2-2A61-31A85F3B2E4B}"/>
              </a:ext>
            </a:extLst>
          </p:cNvPr>
          <p:cNvSpPr/>
          <p:nvPr/>
        </p:nvSpPr>
        <p:spPr>
          <a:xfrm>
            <a:off x="342900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</a:t>
            </a:r>
            <a:endParaRPr lang="en-US" sz="14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C57D412-6D2E-9CEE-57DD-7C431B29819E}"/>
              </a:ext>
            </a:extLst>
          </p:cNvPr>
          <p:cNvSpPr/>
          <p:nvPr/>
        </p:nvSpPr>
        <p:spPr>
          <a:xfrm>
            <a:off x="342900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20A0D96-57E7-73D4-EEEC-DA0FDAE7EA2E}"/>
              </a:ext>
            </a:extLst>
          </p:cNvPr>
          <p:cNvSpPr/>
          <p:nvPr/>
        </p:nvSpPr>
        <p:spPr>
          <a:xfrm>
            <a:off x="342900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Novice</a:t>
            </a:r>
            <a:endParaRPr lang="en-US" sz="14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D84FB10-364D-A947-E229-F3BCF6E7CEAF}"/>
              </a:ext>
            </a:extLst>
          </p:cNvPr>
          <p:cNvSpPr/>
          <p:nvPr/>
        </p:nvSpPr>
        <p:spPr>
          <a:xfrm>
            <a:off x="342900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D142ADA-1329-AAE0-F7CD-B09D6C6768D2}"/>
              </a:ext>
            </a:extLst>
          </p:cNvPr>
          <p:cNvSpPr/>
          <p:nvPr/>
        </p:nvSpPr>
        <p:spPr>
          <a:xfrm>
            <a:off x="342900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One-hand use</a:t>
            </a:r>
            <a:endParaRPr lang="en-US" sz="140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2B8DC21A-0672-2208-92DD-CDFD07F14293}"/>
              </a:ext>
            </a:extLst>
          </p:cNvPr>
          <p:cNvSpPr/>
          <p:nvPr/>
        </p:nvSpPr>
        <p:spPr>
          <a:xfrm>
            <a:off x="612648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83FC9956-E68F-6508-5D05-4577F9DC80FD}"/>
              </a:ext>
            </a:extLst>
          </p:cNvPr>
          <p:cNvSpPr/>
          <p:nvPr/>
        </p:nvSpPr>
        <p:spPr>
          <a:xfrm>
            <a:off x="612648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9BB604A5-5CF2-008E-9625-5939FD618F75}"/>
              </a:ext>
            </a:extLst>
          </p:cNvPr>
          <p:cNvSpPr/>
          <p:nvPr/>
        </p:nvSpPr>
        <p:spPr>
          <a:xfrm>
            <a:off x="6126480" y="1691640"/>
            <a:ext cx="274320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8776FBC0-A6FF-C6C4-7C78-DF9856C45F29}"/>
              </a:ext>
            </a:extLst>
          </p:cNvPr>
          <p:cNvSpPr/>
          <p:nvPr/>
        </p:nvSpPr>
        <p:spPr>
          <a:xfrm>
            <a:off x="621792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Yara Farag</a:t>
            </a:r>
            <a:endParaRPr lang="en-US" sz="15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73ADD363-1061-04A9-3893-39AE5D2A31A3}"/>
              </a:ext>
            </a:extLst>
          </p:cNvPr>
          <p:cNvSpPr/>
          <p:nvPr/>
        </p:nvSpPr>
        <p:spPr>
          <a:xfrm>
            <a:off x="621792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· Riyadh</a:t>
            </a:r>
            <a:endParaRPr lang="en-US" sz="12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5B59ED07-DEB4-4A5D-9B86-D0E7761BE930}"/>
              </a:ext>
            </a:extLst>
          </p:cNvPr>
          <p:cNvSpPr/>
          <p:nvPr/>
        </p:nvSpPr>
        <p:spPr>
          <a:xfrm>
            <a:off x="630936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DE4C588B-20C3-6F79-7FEC-40676B1399CF}"/>
              </a:ext>
            </a:extLst>
          </p:cNvPr>
          <p:cNvSpPr/>
          <p:nvPr/>
        </p:nvSpPr>
        <p:spPr>
          <a:xfrm>
            <a:off x="630936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4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D7ABA79B-1230-CEBB-97AA-2F1CEE398638}"/>
              </a:ext>
            </a:extLst>
          </p:cNvPr>
          <p:cNvSpPr/>
          <p:nvPr/>
        </p:nvSpPr>
        <p:spPr>
          <a:xfrm>
            <a:off x="630936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6B47FD28-4CAA-050F-FA69-BE400B5E13AF}"/>
              </a:ext>
            </a:extLst>
          </p:cNvPr>
          <p:cNvSpPr/>
          <p:nvPr/>
        </p:nvSpPr>
        <p:spPr>
          <a:xfrm>
            <a:off x="630936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40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79F9F789-6501-CA09-4D0A-14916F31C18F}"/>
              </a:ext>
            </a:extLst>
          </p:cNvPr>
          <p:cNvSpPr/>
          <p:nvPr/>
        </p:nvSpPr>
        <p:spPr>
          <a:xfrm>
            <a:off x="630936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78B42E20-6646-5D96-A6C0-90BABC6166F5}"/>
              </a:ext>
            </a:extLst>
          </p:cNvPr>
          <p:cNvSpPr/>
          <p:nvPr/>
        </p:nvSpPr>
        <p:spPr>
          <a:xfrm>
            <a:off x="630936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Keyboard-first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23031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5F7C2-8D65-27B4-4617-6B80A583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E39F48-FEA1-1BDB-AB11-9A2AD384DDA3}"/>
              </a:ext>
            </a:extLst>
          </p:cNvPr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1B6CDC-6766-DFFA-EBDF-F77A170216FF}"/>
              </a:ext>
            </a:extLst>
          </p:cNvPr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745B4CE-8267-4B86-79F3-5BC026BA82DA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8EF042-3BE9-42BD-F2ED-D05E56BB55F2}"/>
              </a:ext>
            </a:extLst>
          </p:cNvPr>
          <p:cNvSpPr/>
          <p:nvPr/>
        </p:nvSpPr>
        <p:spPr>
          <a:xfrm>
            <a:off x="457200" y="37761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Fictional Personas</a:t>
            </a:r>
            <a:endParaRPr lang="en-US" sz="2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E5C4F22-AA7E-C808-CD08-B2AF4C22EE4C}"/>
              </a:ext>
            </a:extLst>
          </p:cNvPr>
          <p:cNvSpPr/>
          <p:nvPr/>
        </p:nvSpPr>
        <p:spPr>
          <a:xfrm>
            <a:off x="45720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Hoda Mostafa</a:t>
            </a:r>
            <a:endParaRPr lang="en-US" sz="15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D012647-7640-C404-FF4C-948FDF1C8792}"/>
              </a:ext>
            </a:extLst>
          </p:cNvPr>
          <p:cNvSpPr/>
          <p:nvPr/>
        </p:nvSpPr>
        <p:spPr>
          <a:xfrm>
            <a:off x="324612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9C1661A-2435-55FD-0678-5FA688CAD412}"/>
              </a:ext>
            </a:extLst>
          </p:cNvPr>
          <p:cNvSpPr/>
          <p:nvPr/>
        </p:nvSpPr>
        <p:spPr>
          <a:xfrm>
            <a:off x="324612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183969E-B0F4-DD35-3450-F08187D9C708}"/>
              </a:ext>
            </a:extLst>
          </p:cNvPr>
          <p:cNvSpPr/>
          <p:nvPr/>
        </p:nvSpPr>
        <p:spPr>
          <a:xfrm>
            <a:off x="3246120" y="1691640"/>
            <a:ext cx="2743200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6157F2D-7756-53D4-CD03-B4BFBF9D281E}"/>
              </a:ext>
            </a:extLst>
          </p:cNvPr>
          <p:cNvSpPr/>
          <p:nvPr/>
        </p:nvSpPr>
        <p:spPr>
          <a:xfrm>
            <a:off x="333756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Mina</a:t>
            </a:r>
            <a:endParaRPr lang="en-US" sz="15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5821097-CAA3-1EEC-884C-685EED9E8A31}"/>
              </a:ext>
            </a:extLst>
          </p:cNvPr>
          <p:cNvSpPr/>
          <p:nvPr/>
        </p:nvSpPr>
        <p:spPr>
          <a:xfrm>
            <a:off x="333756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· Alexandria</a:t>
            </a:r>
            <a:endParaRPr lang="en-US" sz="12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2AA403C-EE0A-AFD2-4052-1C246942E481}"/>
              </a:ext>
            </a:extLst>
          </p:cNvPr>
          <p:cNvSpPr/>
          <p:nvPr/>
        </p:nvSpPr>
        <p:spPr>
          <a:xfrm>
            <a:off x="342900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EB2125B-68BF-D808-B3A5-C03745D646E5}"/>
              </a:ext>
            </a:extLst>
          </p:cNvPr>
          <p:cNvSpPr/>
          <p:nvPr/>
        </p:nvSpPr>
        <p:spPr>
          <a:xfrm>
            <a:off x="342900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</a:t>
            </a:r>
            <a:endParaRPr lang="en-US" sz="14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EAF9CE6-494B-2D11-B4DC-CBA1BDEAF923}"/>
              </a:ext>
            </a:extLst>
          </p:cNvPr>
          <p:cNvSpPr/>
          <p:nvPr/>
        </p:nvSpPr>
        <p:spPr>
          <a:xfrm>
            <a:off x="342900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78352A24-77DD-EEE7-6F58-81D2328E636D}"/>
              </a:ext>
            </a:extLst>
          </p:cNvPr>
          <p:cNvSpPr/>
          <p:nvPr/>
        </p:nvSpPr>
        <p:spPr>
          <a:xfrm>
            <a:off x="342900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Novice</a:t>
            </a:r>
            <a:endParaRPr lang="en-US" sz="14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182567B-4479-F981-B9A6-D8CA2D767277}"/>
              </a:ext>
            </a:extLst>
          </p:cNvPr>
          <p:cNvSpPr/>
          <p:nvPr/>
        </p:nvSpPr>
        <p:spPr>
          <a:xfrm>
            <a:off x="342900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391B620-3CE3-D3BC-23AA-A51E8AC6DA2B}"/>
              </a:ext>
            </a:extLst>
          </p:cNvPr>
          <p:cNvSpPr/>
          <p:nvPr/>
        </p:nvSpPr>
        <p:spPr>
          <a:xfrm>
            <a:off x="342900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One-hand use</a:t>
            </a:r>
            <a:endParaRPr lang="en-US" sz="1400" dirty="0"/>
          </a:p>
        </p:txBody>
      </p:sp>
      <p:sp>
        <p:nvSpPr>
          <p:cNvPr id="4" name="Shape 17">
            <a:extLst>
              <a:ext uri="{FF2B5EF4-FFF2-40B4-BE49-F238E27FC236}">
                <a16:creationId xmlns:a16="http://schemas.microsoft.com/office/drawing/2014/main" id="{613C986C-3B2C-521B-F745-550E30DEBA2E}"/>
              </a:ext>
            </a:extLst>
          </p:cNvPr>
          <p:cNvSpPr/>
          <p:nvPr/>
        </p:nvSpPr>
        <p:spPr>
          <a:xfrm>
            <a:off x="365760" y="1097280"/>
            <a:ext cx="2472690" cy="35661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F3756A03-35A8-77CD-B5BB-E236F26533E2}"/>
              </a:ext>
            </a:extLst>
          </p:cNvPr>
          <p:cNvSpPr/>
          <p:nvPr/>
        </p:nvSpPr>
        <p:spPr>
          <a:xfrm>
            <a:off x="365760" y="1554480"/>
            <a:ext cx="24557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Quick, clear general information about children’s fever, vaccines, and medicine safety when the clinic is closed. Know when to call a doctor.</a:t>
            </a:r>
            <a:endParaRPr lang="en-US" sz="1300" dirty="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3259A85C-235D-AF3F-0673-D67A5427C0DF}"/>
              </a:ext>
            </a:extLst>
          </p:cNvPr>
          <p:cNvSpPr/>
          <p:nvPr/>
        </p:nvSpPr>
        <p:spPr>
          <a:xfrm>
            <a:off x="6426430" y="1097280"/>
            <a:ext cx="2444520" cy="35661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9E62CA79-4310-5D82-E4E0-75672A5356CA}"/>
              </a:ext>
            </a:extLst>
          </p:cNvPr>
          <p:cNvSpPr/>
          <p:nvPr/>
        </p:nvSpPr>
        <p:spPr>
          <a:xfrm>
            <a:off x="355194" y="1097280"/>
            <a:ext cx="2472690" cy="882650"/>
          </a:xfrm>
          <a:prstGeom prst="roundRect">
            <a:avLst>
              <a:gd name="adj" fmla="val 12632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18">
            <a:extLst>
              <a:ext uri="{FF2B5EF4-FFF2-40B4-BE49-F238E27FC236}">
                <a16:creationId xmlns:a16="http://schemas.microsoft.com/office/drawing/2014/main" id="{F559AC31-5F12-4793-5266-E4CCB5572921}"/>
              </a:ext>
            </a:extLst>
          </p:cNvPr>
          <p:cNvSpPr/>
          <p:nvPr/>
        </p:nvSpPr>
        <p:spPr>
          <a:xfrm>
            <a:off x="374246" y="1097280"/>
            <a:ext cx="24726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9FF0EFAC-7546-E2F7-698B-6194522503F4}"/>
              </a:ext>
            </a:extLst>
          </p:cNvPr>
          <p:cNvSpPr/>
          <p:nvPr/>
        </p:nvSpPr>
        <p:spPr>
          <a:xfrm>
            <a:off x="6426430" y="1234441"/>
            <a:ext cx="2444520" cy="77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18C6A361-081F-087E-DAD0-F36C671001A4}"/>
              </a:ext>
            </a:extLst>
          </p:cNvPr>
          <p:cNvSpPr/>
          <p:nvPr/>
        </p:nvSpPr>
        <p:spPr>
          <a:xfrm>
            <a:off x="6426430" y="1885950"/>
            <a:ext cx="2444520" cy="277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Contradicting advice in parent groups. Long articles. Wants numbers (doses) fast.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Curious but careful. Will trust the chatbot only if it is honest about what it cannot do.</a:t>
            </a:r>
            <a:endParaRPr lang="en-US" sz="1300" dirty="0"/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BC130758-45DD-3EA6-9281-D0578EFA0B0E}"/>
              </a:ext>
            </a:extLst>
          </p:cNvPr>
          <p:cNvSpPr/>
          <p:nvPr/>
        </p:nvSpPr>
        <p:spPr>
          <a:xfrm>
            <a:off x="6413094" y="1103630"/>
            <a:ext cx="2472690" cy="882650"/>
          </a:xfrm>
          <a:prstGeom prst="roundRect">
            <a:avLst>
              <a:gd name="adj" fmla="val 12632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9662E9A6-46CC-288F-54F3-8F915F710B61}"/>
              </a:ext>
            </a:extLst>
          </p:cNvPr>
          <p:cNvSpPr/>
          <p:nvPr/>
        </p:nvSpPr>
        <p:spPr>
          <a:xfrm>
            <a:off x="6432146" y="1103630"/>
            <a:ext cx="2472690" cy="1090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Frustrations &amp; Feelings about AI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697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1" grpId="0" animBg="1"/>
      <p:bldP spid="42" grpId="0" animBg="1"/>
      <p:bldP spid="45" grpId="0" animBg="1"/>
      <p:bldP spid="7" grpId="0" animBg="1"/>
      <p:bldP spid="44" grpId="0" animBg="1"/>
      <p:bldP spid="46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FF861-0416-2B1F-91E7-AFA98E11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A594A1-6B49-0A30-AFC7-3D94BF954F50}"/>
              </a:ext>
            </a:extLst>
          </p:cNvPr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5E5F648-57C9-25AC-E42E-D50B303E5FA4}"/>
              </a:ext>
            </a:extLst>
          </p:cNvPr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A939D6A-5AF1-D527-5107-3C52700EEE1E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3A70684-D2E1-4FAD-71BA-5004277D5C48}"/>
              </a:ext>
            </a:extLst>
          </p:cNvPr>
          <p:cNvSpPr/>
          <p:nvPr/>
        </p:nvSpPr>
        <p:spPr>
          <a:xfrm>
            <a:off x="457200" y="37761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Fictional Personas</a:t>
            </a:r>
            <a:endParaRPr lang="en-US" sz="2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CE85A23-21EF-4EEB-F9DA-6A67841B0B71}"/>
              </a:ext>
            </a:extLst>
          </p:cNvPr>
          <p:cNvSpPr/>
          <p:nvPr/>
        </p:nvSpPr>
        <p:spPr>
          <a:xfrm>
            <a:off x="36576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501BEE5-276D-B3AF-9D33-7AB28CEE28BA}"/>
              </a:ext>
            </a:extLst>
          </p:cNvPr>
          <p:cNvSpPr/>
          <p:nvPr/>
        </p:nvSpPr>
        <p:spPr>
          <a:xfrm>
            <a:off x="36576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67CE482-7C61-650D-9838-94B901313837}"/>
              </a:ext>
            </a:extLst>
          </p:cNvPr>
          <p:cNvSpPr/>
          <p:nvPr/>
        </p:nvSpPr>
        <p:spPr>
          <a:xfrm>
            <a:off x="365760" y="1691640"/>
            <a:ext cx="2743200" cy="27432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A791E55-A2FE-FE84-7020-EA0AA5596DF3}"/>
              </a:ext>
            </a:extLst>
          </p:cNvPr>
          <p:cNvSpPr/>
          <p:nvPr/>
        </p:nvSpPr>
        <p:spPr>
          <a:xfrm>
            <a:off x="45720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Hoda Mostafa</a:t>
            </a:r>
            <a:endParaRPr lang="en-US" sz="1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EA279BF-463C-4F21-BCC1-B8A5D72D597F}"/>
              </a:ext>
            </a:extLst>
          </p:cNvPr>
          <p:cNvSpPr/>
          <p:nvPr/>
        </p:nvSpPr>
        <p:spPr>
          <a:xfrm>
            <a:off x="45720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· Assiut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C15BBE4-978F-271B-DC08-D55608F4B942}"/>
              </a:ext>
            </a:extLst>
          </p:cNvPr>
          <p:cNvSpPr/>
          <p:nvPr/>
        </p:nvSpPr>
        <p:spPr>
          <a:xfrm>
            <a:off x="54864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350E228-66A4-6508-CFB2-01288BB8BE8C}"/>
              </a:ext>
            </a:extLst>
          </p:cNvPr>
          <p:cNvSpPr/>
          <p:nvPr/>
        </p:nvSpPr>
        <p:spPr>
          <a:xfrm>
            <a:off x="54864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Typical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ED49E3B-60EF-F92D-2666-05948E49CD8B}"/>
              </a:ext>
            </a:extLst>
          </p:cNvPr>
          <p:cNvSpPr/>
          <p:nvPr/>
        </p:nvSpPr>
        <p:spPr>
          <a:xfrm>
            <a:off x="54864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FA797DA-87B0-94BA-09A7-B4DCB5CC4F72}"/>
              </a:ext>
            </a:extLst>
          </p:cNvPr>
          <p:cNvSpPr/>
          <p:nvPr/>
        </p:nvSpPr>
        <p:spPr>
          <a:xfrm>
            <a:off x="54864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Novice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4C4C577-A335-68BF-221F-99E75309DA8C}"/>
              </a:ext>
            </a:extLst>
          </p:cNvPr>
          <p:cNvSpPr/>
          <p:nvPr/>
        </p:nvSpPr>
        <p:spPr>
          <a:xfrm>
            <a:off x="54864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EC1F3C8-6AF9-D4BF-1121-74B3A4163C0F}"/>
              </a:ext>
            </a:extLst>
          </p:cNvPr>
          <p:cNvSpPr/>
          <p:nvPr/>
        </p:nvSpPr>
        <p:spPr>
          <a:xfrm>
            <a:off x="54864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vision</a:t>
            </a:r>
            <a:endParaRPr lang="en-US" sz="14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55C113B-9F69-04CE-CC79-A8F4D8450351}"/>
              </a:ext>
            </a:extLst>
          </p:cNvPr>
          <p:cNvSpPr/>
          <p:nvPr/>
        </p:nvSpPr>
        <p:spPr>
          <a:xfrm>
            <a:off x="324612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926A24C-5EDF-E213-7AF5-B975B2D879D2}"/>
              </a:ext>
            </a:extLst>
          </p:cNvPr>
          <p:cNvSpPr/>
          <p:nvPr/>
        </p:nvSpPr>
        <p:spPr>
          <a:xfrm>
            <a:off x="324612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0CDA189B-3DB2-EE5E-9442-17D7964C854E}"/>
              </a:ext>
            </a:extLst>
          </p:cNvPr>
          <p:cNvSpPr/>
          <p:nvPr/>
        </p:nvSpPr>
        <p:spPr>
          <a:xfrm>
            <a:off x="3246120" y="1691640"/>
            <a:ext cx="2743200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09F9FDF-811A-B6F6-3799-BEDF2D25C904}"/>
              </a:ext>
            </a:extLst>
          </p:cNvPr>
          <p:cNvSpPr/>
          <p:nvPr/>
        </p:nvSpPr>
        <p:spPr>
          <a:xfrm>
            <a:off x="333756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Mina</a:t>
            </a:r>
            <a:endParaRPr lang="en-US" sz="15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F40CC09-2073-87F6-08A1-B623D4D1B1A8}"/>
              </a:ext>
            </a:extLst>
          </p:cNvPr>
          <p:cNvSpPr/>
          <p:nvPr/>
        </p:nvSpPr>
        <p:spPr>
          <a:xfrm>
            <a:off x="333756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· Alexandria</a:t>
            </a:r>
            <a:endParaRPr lang="en-US" sz="12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486C432-03C2-1ADC-50AE-F2AB0BC02269}"/>
              </a:ext>
            </a:extLst>
          </p:cNvPr>
          <p:cNvSpPr/>
          <p:nvPr/>
        </p:nvSpPr>
        <p:spPr>
          <a:xfrm>
            <a:off x="342900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D08EB6F-5D2B-9819-CB80-F0305DF61ED2}"/>
              </a:ext>
            </a:extLst>
          </p:cNvPr>
          <p:cNvSpPr/>
          <p:nvPr/>
        </p:nvSpPr>
        <p:spPr>
          <a:xfrm>
            <a:off x="342900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</a:t>
            </a:r>
            <a:endParaRPr lang="en-US" sz="14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D4F39C4-39F2-F4B9-1DB0-D25D1A294C0F}"/>
              </a:ext>
            </a:extLst>
          </p:cNvPr>
          <p:cNvSpPr/>
          <p:nvPr/>
        </p:nvSpPr>
        <p:spPr>
          <a:xfrm>
            <a:off x="342900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373351E-836D-1ADC-AFB0-F372F724E506}"/>
              </a:ext>
            </a:extLst>
          </p:cNvPr>
          <p:cNvSpPr/>
          <p:nvPr/>
        </p:nvSpPr>
        <p:spPr>
          <a:xfrm>
            <a:off x="342900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Novice</a:t>
            </a:r>
            <a:endParaRPr lang="en-US" sz="14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54E81CB-8783-AEA1-65CA-6712C9B3874C}"/>
              </a:ext>
            </a:extLst>
          </p:cNvPr>
          <p:cNvSpPr/>
          <p:nvPr/>
        </p:nvSpPr>
        <p:spPr>
          <a:xfrm>
            <a:off x="342900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CA4D334-1A11-2578-AC1A-B402663ED14A}"/>
              </a:ext>
            </a:extLst>
          </p:cNvPr>
          <p:cNvSpPr/>
          <p:nvPr/>
        </p:nvSpPr>
        <p:spPr>
          <a:xfrm>
            <a:off x="342900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One-hand use</a:t>
            </a:r>
            <a:endParaRPr lang="en-US" sz="140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B7E17B43-17B3-B9B0-A64B-4E9EE3772F95}"/>
              </a:ext>
            </a:extLst>
          </p:cNvPr>
          <p:cNvSpPr/>
          <p:nvPr/>
        </p:nvSpPr>
        <p:spPr>
          <a:xfrm>
            <a:off x="612648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AFD2D698-20B4-F84F-8529-FF8C595FD30A}"/>
              </a:ext>
            </a:extLst>
          </p:cNvPr>
          <p:cNvSpPr/>
          <p:nvPr/>
        </p:nvSpPr>
        <p:spPr>
          <a:xfrm>
            <a:off x="612648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9F53DB25-1024-9457-F674-F53213A3F00A}"/>
              </a:ext>
            </a:extLst>
          </p:cNvPr>
          <p:cNvSpPr/>
          <p:nvPr/>
        </p:nvSpPr>
        <p:spPr>
          <a:xfrm>
            <a:off x="6126480" y="1691640"/>
            <a:ext cx="274320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A156BF8C-1CDC-44F1-0A89-5438F1552A90}"/>
              </a:ext>
            </a:extLst>
          </p:cNvPr>
          <p:cNvSpPr/>
          <p:nvPr/>
        </p:nvSpPr>
        <p:spPr>
          <a:xfrm>
            <a:off x="621792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Yara Farag</a:t>
            </a:r>
            <a:endParaRPr lang="en-US" sz="15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623FCCDB-D0D2-B725-08B5-FFBED23C76F7}"/>
              </a:ext>
            </a:extLst>
          </p:cNvPr>
          <p:cNvSpPr/>
          <p:nvPr/>
        </p:nvSpPr>
        <p:spPr>
          <a:xfrm>
            <a:off x="621792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· Riyadh</a:t>
            </a:r>
            <a:endParaRPr lang="en-US" sz="12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1D009904-1149-1993-C27E-C48FC693EC7F}"/>
              </a:ext>
            </a:extLst>
          </p:cNvPr>
          <p:cNvSpPr/>
          <p:nvPr/>
        </p:nvSpPr>
        <p:spPr>
          <a:xfrm>
            <a:off x="630936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034F1A1E-C67E-0FAB-D220-5085D0CE6104}"/>
              </a:ext>
            </a:extLst>
          </p:cNvPr>
          <p:cNvSpPr/>
          <p:nvPr/>
        </p:nvSpPr>
        <p:spPr>
          <a:xfrm>
            <a:off x="630936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4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0E696347-401E-5D49-6ED2-98387226828F}"/>
              </a:ext>
            </a:extLst>
          </p:cNvPr>
          <p:cNvSpPr/>
          <p:nvPr/>
        </p:nvSpPr>
        <p:spPr>
          <a:xfrm>
            <a:off x="630936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5FB8FC19-1889-A222-04B5-DCCE7F540690}"/>
              </a:ext>
            </a:extLst>
          </p:cNvPr>
          <p:cNvSpPr/>
          <p:nvPr/>
        </p:nvSpPr>
        <p:spPr>
          <a:xfrm>
            <a:off x="630936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40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88015E20-2707-7185-F3A1-C4EF47C9957D}"/>
              </a:ext>
            </a:extLst>
          </p:cNvPr>
          <p:cNvSpPr/>
          <p:nvPr/>
        </p:nvSpPr>
        <p:spPr>
          <a:xfrm>
            <a:off x="630936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7B528E22-A8C0-7A45-98A3-855302769F8A}"/>
              </a:ext>
            </a:extLst>
          </p:cNvPr>
          <p:cNvSpPr/>
          <p:nvPr/>
        </p:nvSpPr>
        <p:spPr>
          <a:xfrm>
            <a:off x="630936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Keyboard-first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0988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7397B-B1A4-CD82-02F1-F0499CAF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469CEB-3B10-ED99-3E8F-AB583F97CE51}"/>
              </a:ext>
            </a:extLst>
          </p:cNvPr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0FB3D60-9917-AAB9-1C5A-6D1DA1B5843D}"/>
              </a:ext>
            </a:extLst>
          </p:cNvPr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0677031-A916-B6B5-B8A3-B296CB0DFAA3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2EA8719-9C74-8C11-D5BA-4332E4BF6042}"/>
              </a:ext>
            </a:extLst>
          </p:cNvPr>
          <p:cNvSpPr/>
          <p:nvPr/>
        </p:nvSpPr>
        <p:spPr>
          <a:xfrm>
            <a:off x="457200" y="37761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Fictional Personas</a:t>
            </a:r>
            <a:endParaRPr lang="en-US" sz="220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EABF19AC-8ECE-3CE4-5691-E73669921818}"/>
              </a:ext>
            </a:extLst>
          </p:cNvPr>
          <p:cNvSpPr/>
          <p:nvPr/>
        </p:nvSpPr>
        <p:spPr>
          <a:xfrm>
            <a:off x="6126480" y="10972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566D05A4-1993-DB39-1EAE-D7221B8C5B62}"/>
              </a:ext>
            </a:extLst>
          </p:cNvPr>
          <p:cNvSpPr/>
          <p:nvPr/>
        </p:nvSpPr>
        <p:spPr>
          <a:xfrm>
            <a:off x="6126480" y="10972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A7639CCC-1487-AC3B-0AFE-F60F18D1C96F}"/>
              </a:ext>
            </a:extLst>
          </p:cNvPr>
          <p:cNvSpPr/>
          <p:nvPr/>
        </p:nvSpPr>
        <p:spPr>
          <a:xfrm>
            <a:off x="6126480" y="1691640"/>
            <a:ext cx="274320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28ED9A3B-1BB4-55F0-EB83-2CEE5D5CE2E8}"/>
              </a:ext>
            </a:extLst>
          </p:cNvPr>
          <p:cNvSpPr/>
          <p:nvPr/>
        </p:nvSpPr>
        <p:spPr>
          <a:xfrm>
            <a:off x="621792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Yara Farag</a:t>
            </a:r>
            <a:endParaRPr lang="en-US" sz="15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A1528F9E-E466-CF09-4FB2-2E13B20CE63C}"/>
              </a:ext>
            </a:extLst>
          </p:cNvPr>
          <p:cNvSpPr/>
          <p:nvPr/>
        </p:nvSpPr>
        <p:spPr>
          <a:xfrm>
            <a:off x="621792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· Riyadh</a:t>
            </a:r>
            <a:endParaRPr lang="en-US" sz="12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9ED48BA7-629E-B299-9FE1-1FE2B311F156}"/>
              </a:ext>
            </a:extLst>
          </p:cNvPr>
          <p:cNvSpPr/>
          <p:nvPr/>
        </p:nvSpPr>
        <p:spPr>
          <a:xfrm>
            <a:off x="630936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Level</a:t>
            </a:r>
            <a:endParaRPr lang="en-US" sz="11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58015B92-BBCC-2E7E-B79B-236D4ABA2664}"/>
              </a:ext>
            </a:extLst>
          </p:cNvPr>
          <p:cNvSpPr/>
          <p:nvPr/>
        </p:nvSpPr>
        <p:spPr>
          <a:xfrm>
            <a:off x="630936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4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7EA6E60B-AD82-1DC1-CEE0-075B44374003}"/>
              </a:ext>
            </a:extLst>
          </p:cNvPr>
          <p:cNvSpPr/>
          <p:nvPr/>
        </p:nvSpPr>
        <p:spPr>
          <a:xfrm>
            <a:off x="630936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</a:t>
            </a:r>
            <a:endParaRPr lang="en-US" sz="11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55BB3871-C3BA-9359-7642-AB09D7181058}"/>
              </a:ext>
            </a:extLst>
          </p:cNvPr>
          <p:cNvSpPr/>
          <p:nvPr/>
        </p:nvSpPr>
        <p:spPr>
          <a:xfrm>
            <a:off x="630936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40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439EA0D8-7F11-D608-9F22-9E9A09BCA665}"/>
              </a:ext>
            </a:extLst>
          </p:cNvPr>
          <p:cNvSpPr/>
          <p:nvPr/>
        </p:nvSpPr>
        <p:spPr>
          <a:xfrm>
            <a:off x="630936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A7B55C57-ACAE-9A3F-00EA-2F65085386F9}"/>
              </a:ext>
            </a:extLst>
          </p:cNvPr>
          <p:cNvSpPr/>
          <p:nvPr/>
        </p:nvSpPr>
        <p:spPr>
          <a:xfrm>
            <a:off x="630936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Keyboard-first</a:t>
            </a:r>
            <a:endParaRPr lang="en-US" sz="1400" dirty="0"/>
          </a:p>
        </p:txBody>
      </p:sp>
      <p:sp>
        <p:nvSpPr>
          <p:cNvPr id="4" name="Shape 17">
            <a:extLst>
              <a:ext uri="{FF2B5EF4-FFF2-40B4-BE49-F238E27FC236}">
                <a16:creationId xmlns:a16="http://schemas.microsoft.com/office/drawing/2014/main" id="{02D85AF9-F23E-7255-6002-528516F401E4}"/>
              </a:ext>
            </a:extLst>
          </p:cNvPr>
          <p:cNvSpPr/>
          <p:nvPr/>
        </p:nvSpPr>
        <p:spPr>
          <a:xfrm>
            <a:off x="364490" y="1097280"/>
            <a:ext cx="4603750" cy="1402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19">
            <a:extLst>
              <a:ext uri="{FF2B5EF4-FFF2-40B4-BE49-F238E27FC236}">
                <a16:creationId xmlns:a16="http://schemas.microsoft.com/office/drawing/2014/main" id="{339EF93A-F7A0-65E6-FD79-687E4E82D390}"/>
              </a:ext>
            </a:extLst>
          </p:cNvPr>
          <p:cNvSpPr/>
          <p:nvPr/>
        </p:nvSpPr>
        <p:spPr>
          <a:xfrm>
            <a:off x="547369" y="1554480"/>
            <a:ext cx="41852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general information on sleep, caffeine, and seasonal illness. She wants citations so she can check each claim.</a:t>
            </a:r>
            <a:endParaRPr lang="en-US" sz="1300" dirty="0"/>
          </a:p>
        </p:txBody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50732174-F6A2-CEA0-DF39-1018CB32377C}"/>
              </a:ext>
            </a:extLst>
          </p:cNvPr>
          <p:cNvSpPr/>
          <p:nvPr/>
        </p:nvSpPr>
        <p:spPr>
          <a:xfrm>
            <a:off x="370840" y="2697480"/>
            <a:ext cx="4603750" cy="19659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883BA03D-7697-7CFD-181B-D90F6197188C}"/>
              </a:ext>
            </a:extLst>
          </p:cNvPr>
          <p:cNvSpPr/>
          <p:nvPr/>
        </p:nvSpPr>
        <p:spPr>
          <a:xfrm>
            <a:off x="553719" y="3154680"/>
            <a:ext cx="4185227" cy="138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answers with no sources. Chatbots that sound sure when they are not. Advice that assumes one country.</a:t>
            </a:r>
            <a:endParaRPr lang="en-US" sz="1300" dirty="0"/>
          </a:p>
          <a:p>
            <a:endParaRPr lang="en-US" sz="1300" dirty="0"/>
          </a:p>
          <a:p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Enthusiastic but skeptical. Tests the chatbot with tricky questions on purpose.</a:t>
            </a:r>
            <a:endParaRPr lang="en-US" sz="1300" dirty="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898A0751-B9C6-2C8D-61A2-35C9D7B6B363}"/>
              </a:ext>
            </a:extLst>
          </p:cNvPr>
          <p:cNvSpPr/>
          <p:nvPr/>
        </p:nvSpPr>
        <p:spPr>
          <a:xfrm>
            <a:off x="364490" y="1092903"/>
            <a:ext cx="4603750" cy="461577"/>
          </a:xfrm>
          <a:prstGeom prst="roundRect">
            <a:avLst>
              <a:gd name="adj" fmla="val 12632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F0836D39-CC3F-CA84-58B5-1867D527BD15}"/>
              </a:ext>
            </a:extLst>
          </p:cNvPr>
          <p:cNvSpPr/>
          <p:nvPr/>
        </p:nvSpPr>
        <p:spPr>
          <a:xfrm>
            <a:off x="547369" y="1097280"/>
            <a:ext cx="4185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556E9660-217F-55C3-3B2B-6700D374CA1D}"/>
              </a:ext>
            </a:extLst>
          </p:cNvPr>
          <p:cNvSpPr/>
          <p:nvPr/>
        </p:nvSpPr>
        <p:spPr>
          <a:xfrm>
            <a:off x="364490" y="2695490"/>
            <a:ext cx="4603750" cy="461577"/>
          </a:xfrm>
          <a:prstGeom prst="roundRect">
            <a:avLst>
              <a:gd name="adj" fmla="val 12632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58200890-2C9A-EA17-5E57-CED0FA86DCD1}"/>
              </a:ext>
            </a:extLst>
          </p:cNvPr>
          <p:cNvSpPr/>
          <p:nvPr/>
        </p:nvSpPr>
        <p:spPr>
          <a:xfrm>
            <a:off x="553719" y="2697480"/>
            <a:ext cx="4185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Frustrations &amp; Feelings about AI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795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93192" y="510540"/>
            <a:ext cx="8522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03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Bias-Check Notes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36320"/>
            <a:ext cx="2377440" cy="315803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1104900"/>
            <a:ext cx="2194560" cy="19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reviewed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97480" y="1036320"/>
            <a:ext cx="3108960" cy="315803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88920" y="1104900"/>
            <a:ext cx="2926080" cy="19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06440" y="1036320"/>
            <a:ext cx="3108960" cy="315803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97880" y="1104900"/>
            <a:ext cx="2926080" cy="19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changed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1452372"/>
            <a:ext cx="2377440" cy="539496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93192" y="1525524"/>
            <a:ext cx="223113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names, jobs, settings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97480" y="1452372"/>
            <a:ext cx="3108960" cy="539496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70632" y="1525524"/>
            <a:ext cx="296265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idea: older rural woman + low tech + fear of machines. Mother as only caregiver. Stereotypes.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06440" y="1452372"/>
            <a:ext cx="3108960" cy="539496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79592" y="1525524"/>
            <a:ext cx="296265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(Hoda) runs a business. Caregiver is a father (Mina). Advanced user is a woman engineer (Yara). Varied regions.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2202180"/>
            <a:ext cx="237744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93192" y="2275332"/>
            <a:ext cx="223113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Scope &amp; Safety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697480" y="2202180"/>
            <a:ext cx="310896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70632" y="2275332"/>
            <a:ext cx="296265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Children’s dose requests can push AI into unsafe direct treatment advice.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06440" y="2202180"/>
            <a:ext cx="310896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879592" y="2275332"/>
            <a:ext cx="296265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safety filter refuses doses. Escalates to ambulance 123 and real care paths.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" y="2951988"/>
            <a:ext cx="2377440" cy="539496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93192" y="3025140"/>
            <a:ext cx="223113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content (MedlinePlus)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697480" y="2951988"/>
            <a:ext cx="3108960" cy="539496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770632" y="3025140"/>
            <a:ext cx="296265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for the US (flu stats, emergency numbers, drug names, vaccine schedules).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06440" y="2951988"/>
            <a:ext cx="3108960" cy="539496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879592" y="3025140"/>
            <a:ext cx="296265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shows Egypt’s 123 and says “call local emergency” when outside Egypt.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0040" y="3701796"/>
            <a:ext cx="237744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93192" y="3774948"/>
            <a:ext cx="223113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&amp; Accessibility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697480" y="3701796"/>
            <a:ext cx="310896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770632" y="3774948"/>
            <a:ext cx="296265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fast internet and clear screens — barrier for low vision &amp; limited data.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1796"/>
            <a:ext cx="310896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879592" y="3774948"/>
            <a:ext cx="296265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Screen-reader support, high-contrast, shortened texts, large targets.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20040" y="4451604"/>
            <a:ext cx="2377440" cy="539496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93192" y="4524756"/>
            <a:ext cx="223113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Pile (Medical)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697480" y="4451604"/>
            <a:ext cx="3108960" cy="539496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770632" y="4524756"/>
            <a:ext cx="296265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not listed. Risk of commercial / unverified advice.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806440" y="4451604"/>
            <a:ext cx="3108960" cy="539496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879592" y="4524756"/>
            <a:ext cx="2962656" cy="4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used as answer source. Only for Arabic medical terms &amp; test phrasing.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350520"/>
            <a:ext cx="822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65760" y="899160"/>
            <a:ext cx="8412480" cy="2148840"/>
          </a:xfrm>
          <a:prstGeom prst="roundRect">
            <a:avLst>
              <a:gd name="adj" fmla="val 510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899160"/>
            <a:ext cx="137160" cy="214884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036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Source · MedlinePlus Health Topics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144780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summaries from the U.S. National Library of Medicine (public domain as U.S. government works).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select ~30 topics, keep summaries only, translate into Arabic, and keep the English original + page link beside each passage.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Credit: “Courtesy of MedlinePlus from the National Library of Medicine”.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use copyrighted items (A.D.A.M. articles, drug monographs, licensed images).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3230880"/>
            <a:ext cx="8412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" y="3230880"/>
            <a:ext cx="137160" cy="1691640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3368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 Data · The Arabic Pile (Medical subset)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3733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Arabic medical text · ~32k deduplicated examples · CC BY-NC 4.0.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are not listed → never used as an answer source.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only to collect common Arabic medical terms and phrasings for the safety filter and test prompts.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4008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Data Fits Our Work…?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11480" y="967740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" y="115062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2237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80160" y="10774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&amp; Trusted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13792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MedlinePlus is public-domain, general-scope health information from a national library.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1927860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4360" y="21107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21838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80160" y="20375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Ready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23393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 requires retrieval over public health sources — exact match for our grounding approach.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" y="2887980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4360" y="307086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" y="31440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29977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Support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80160" y="32994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“I am not sure” when evidence is weak and clear escalation rules.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11480" y="3848100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4360" y="403098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" y="41041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80160" y="39578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 Data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280160" y="42595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is public. No personal health records are stored or processed.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6D01F-DC86-86D9-D5E2-578B2AD67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FFC8B5-BCE6-3555-B199-D79BB516C26B}"/>
              </a:ext>
            </a:extLst>
          </p:cNvPr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D50B92-0533-3C89-4A52-04300A750D33}"/>
              </a:ext>
            </a:extLst>
          </p:cNvPr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EEDA228-41BA-80D2-A5D5-F546B0D01C5C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9A552AD-925B-AC18-B2FC-519B89574B4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04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26924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59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81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81" tmFilter="0, 0; 0.125,0.2665; 0.25,0.4; 0.375,0.465; 0.5,0.5;  0.625,0.535; 0.75,0.6; 0.875,0.7335; 1,1">
                                          <p:stCondLst>
                                            <p:cond delay="58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90" tmFilter="0, 0; 0.125,0.2665; 0.25,0.4; 0.375,0.465; 0.5,0.5;  0.625,0.535; 0.75,0.6; 0.875,0.7335; 1,1">
                                          <p:stCondLst>
                                            <p:cond delay="115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44" tmFilter="0, 0; 0.125,0.2665; 0.25,0.4; 0.375,0.465; 0.5,0.5;  0.625,0.535; 0.75,0.6; 0.875,0.7335; 1,1">
                                          <p:stCondLst>
                                            <p:cond delay="14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3">
                                          <p:stCondLst>
                                            <p:cond delay="56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45" decel="50000">
                                          <p:stCondLst>
                                            <p:cond delay="59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3">
                                          <p:stCondLst>
                                            <p:cond delay="114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45" decel="50000">
                                          <p:stCondLst>
                                            <p:cond delay="117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3">
                                          <p:stCondLst>
                                            <p:cond delay="143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45" decel="50000">
                                          <p:stCondLst>
                                            <p:cond delay="145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3">
                                          <p:stCondLst>
                                            <p:cond delay="158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45" decel="50000">
                                          <p:stCondLst>
                                            <p:cond delay="160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56189-F07C-F5BD-B627-77069B39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9252F9-2A37-B7FE-315F-E73CF9579D99}"/>
              </a:ext>
            </a:extLst>
          </p:cNvPr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1E6B6D-E207-4235-6C1C-1675F30432DF}"/>
              </a:ext>
            </a:extLst>
          </p:cNvPr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E24CC46-1F47-4556-1732-F3994532AD23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E763F92-0CF2-1587-8901-DCE9E459F049}"/>
              </a:ext>
            </a:extLst>
          </p:cNvPr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EB0A757E-8A77-1108-2288-E1C00D55A9BF}"/>
              </a:ext>
            </a:extLst>
          </p:cNvPr>
          <p:cNvSpPr/>
          <p:nvPr/>
        </p:nvSpPr>
        <p:spPr>
          <a:xfrm>
            <a:off x="419100" y="914400"/>
            <a:ext cx="830580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9278FFB-B055-BD97-BF72-47CD079B802B}"/>
              </a:ext>
            </a:extLst>
          </p:cNvPr>
          <p:cNvSpPr/>
          <p:nvPr/>
        </p:nvSpPr>
        <p:spPr>
          <a:xfrm>
            <a:off x="419100" y="9144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D247974B-604C-A0CA-1F5A-22D0FA97B1C8}"/>
              </a:ext>
            </a:extLst>
          </p:cNvPr>
          <p:cNvSpPr/>
          <p:nvPr/>
        </p:nvSpPr>
        <p:spPr>
          <a:xfrm>
            <a:off x="693420" y="10789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A7D47624-AAF9-FA84-3188-3509533AE0FB}"/>
              </a:ext>
            </a:extLst>
          </p:cNvPr>
          <p:cNvSpPr/>
          <p:nvPr/>
        </p:nvSpPr>
        <p:spPr>
          <a:xfrm>
            <a:off x="142494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Maps</a:t>
            </a:r>
            <a:endParaRPr lang="en-US" sz="15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8709A935-F277-3CCA-7DCF-607BBC229C19}"/>
              </a:ext>
            </a:extLst>
          </p:cNvPr>
          <p:cNvSpPr/>
          <p:nvPr/>
        </p:nvSpPr>
        <p:spPr>
          <a:xfrm>
            <a:off x="1424940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 per persona</a:t>
            </a:r>
            <a:endParaRPr lang="en-US" sz="1200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CC117F5-98B5-3320-A9BA-C38CEA070E92}"/>
              </a:ext>
            </a:extLst>
          </p:cNvPr>
          <p:cNvSpPr/>
          <p:nvPr/>
        </p:nvSpPr>
        <p:spPr>
          <a:xfrm>
            <a:off x="419100" y="1828800"/>
            <a:ext cx="830580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462F39B3-863B-4E52-7C9F-029F69DB825E}"/>
              </a:ext>
            </a:extLst>
          </p:cNvPr>
          <p:cNvSpPr/>
          <p:nvPr/>
        </p:nvSpPr>
        <p:spPr>
          <a:xfrm>
            <a:off x="419100" y="18288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EDB2BF94-3844-6708-0B4F-8F7B2B7A693D}"/>
              </a:ext>
            </a:extLst>
          </p:cNvPr>
          <p:cNvSpPr/>
          <p:nvPr/>
        </p:nvSpPr>
        <p:spPr>
          <a:xfrm>
            <a:off x="693420" y="19933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4A7ACD81-8A8B-03C4-1808-59050F88697E}"/>
              </a:ext>
            </a:extLst>
          </p:cNvPr>
          <p:cNvSpPr/>
          <p:nvPr/>
        </p:nvSpPr>
        <p:spPr>
          <a:xfrm>
            <a:off x="142494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Objectives</a:t>
            </a:r>
            <a:endParaRPr lang="en-US" sz="15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9F97B42B-DDD2-1956-9302-72763FB671F8}"/>
              </a:ext>
            </a:extLst>
          </p:cNvPr>
          <p:cNvSpPr/>
          <p:nvPr/>
        </p:nvSpPr>
        <p:spPr>
          <a:xfrm>
            <a:off x="1424940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 – O6 with targets</a:t>
            </a:r>
            <a:endParaRPr lang="en-US" sz="120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5820EF71-0C66-9906-A16D-06C2E3A889DA}"/>
              </a:ext>
            </a:extLst>
          </p:cNvPr>
          <p:cNvSpPr/>
          <p:nvPr/>
        </p:nvSpPr>
        <p:spPr>
          <a:xfrm>
            <a:off x="419100" y="2743200"/>
            <a:ext cx="830580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553E4B92-1B51-B833-5C18-3EC131E67BC1}"/>
              </a:ext>
            </a:extLst>
          </p:cNvPr>
          <p:cNvSpPr/>
          <p:nvPr/>
        </p:nvSpPr>
        <p:spPr>
          <a:xfrm>
            <a:off x="419100" y="27432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4EB9BB1F-460A-AB16-300A-FFC23AFDFEE3}"/>
              </a:ext>
            </a:extLst>
          </p:cNvPr>
          <p:cNvSpPr/>
          <p:nvPr/>
        </p:nvSpPr>
        <p:spPr>
          <a:xfrm>
            <a:off x="693420" y="2907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23363E3F-E70A-769E-02E4-C35B9F041DE5}"/>
              </a:ext>
            </a:extLst>
          </p:cNvPr>
          <p:cNvSpPr/>
          <p:nvPr/>
        </p:nvSpPr>
        <p:spPr>
          <a:xfrm>
            <a:off x="1424940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Principle Ladder</a:t>
            </a:r>
            <a:endParaRPr lang="en-US" sz="15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046391F1-11F7-D2D8-BCCB-C81F295495DA}"/>
              </a:ext>
            </a:extLst>
          </p:cNvPr>
          <p:cNvSpPr/>
          <p:nvPr/>
        </p:nvSpPr>
        <p:spPr>
          <a:xfrm>
            <a:off x="142494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 → Feedback</a:t>
            </a:r>
            <a:endParaRPr lang="en-US" sz="120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70E3B87E-18A0-7B74-7817-824D168D8D73}"/>
              </a:ext>
            </a:extLst>
          </p:cNvPr>
          <p:cNvSpPr/>
          <p:nvPr/>
        </p:nvSpPr>
        <p:spPr>
          <a:xfrm>
            <a:off x="419100" y="3657600"/>
            <a:ext cx="830580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AC6C2273-2ADC-92E5-C3E3-4620321F6315}"/>
              </a:ext>
            </a:extLst>
          </p:cNvPr>
          <p:cNvSpPr/>
          <p:nvPr/>
        </p:nvSpPr>
        <p:spPr>
          <a:xfrm>
            <a:off x="419100" y="3657600"/>
            <a:ext cx="109728" cy="804672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18044C11-6F36-B17B-A105-34750ED9A5D8}"/>
              </a:ext>
            </a:extLst>
          </p:cNvPr>
          <p:cNvSpPr/>
          <p:nvPr/>
        </p:nvSpPr>
        <p:spPr>
          <a:xfrm>
            <a:off x="693420" y="3822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F6D81AE0-04DE-08AC-ACE7-B72A634A8F3C}"/>
              </a:ext>
            </a:extLst>
          </p:cNvPr>
          <p:cNvSpPr/>
          <p:nvPr/>
        </p:nvSpPr>
        <p:spPr>
          <a:xfrm>
            <a:off x="1424940" y="3794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Choices</a:t>
            </a:r>
            <a:endParaRPr lang="en-US" sz="1500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C767648C-B8B4-783D-0E3B-50D60174AA50}"/>
              </a:ext>
            </a:extLst>
          </p:cNvPr>
          <p:cNvSpPr/>
          <p:nvPr/>
        </p:nvSpPr>
        <p:spPr>
          <a:xfrm>
            <a:off x="142494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grounding strategy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28470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1"/>
          <p:cNvSpPr/>
          <p:nvPr/>
        </p:nvSpPr>
        <p:spPr>
          <a:xfrm>
            <a:off x="7342632" y="1066800"/>
            <a:ext cx="1627632" cy="1417320"/>
          </a:xfrm>
          <a:prstGeom prst="roundRect">
            <a:avLst>
              <a:gd name="adj" fmla="val 7742"/>
            </a:avLst>
          </a:prstGeom>
          <a:gradFill flip="none" rotWithShape="1">
            <a:gsLst>
              <a:gs pos="0">
                <a:srgbClr val="406168">
                  <a:shade val="30000"/>
                  <a:satMod val="115000"/>
                </a:srgbClr>
              </a:gs>
              <a:gs pos="50000">
                <a:srgbClr val="406168">
                  <a:shade val="67500"/>
                  <a:satMod val="115000"/>
                </a:srgbClr>
              </a:gs>
              <a:gs pos="100000">
                <a:srgbClr val="406168">
                  <a:shade val="100000"/>
                  <a:satMod val="115000"/>
                </a:srgbClr>
              </a:gs>
            </a:gsLst>
            <a:lin ang="13500000" scaled="1"/>
            <a:tileRect/>
          </a:gra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BA97C70-9D65-A73F-9C87-75833FA64F22}"/>
              </a:ext>
            </a:extLst>
          </p:cNvPr>
          <p:cNvSpPr/>
          <p:nvPr/>
        </p:nvSpPr>
        <p:spPr>
          <a:xfrm>
            <a:off x="7923038" y="1180876"/>
            <a:ext cx="464820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586984" y="1059180"/>
            <a:ext cx="1627632" cy="1417320"/>
          </a:xfrm>
          <a:prstGeom prst="roundRect">
            <a:avLst>
              <a:gd name="adj" fmla="val 7742"/>
            </a:avLst>
          </a:prstGeom>
          <a:gradFill flip="none" rotWithShape="1">
            <a:gsLst>
              <a:gs pos="0">
                <a:srgbClr val="406168">
                  <a:tint val="66000"/>
                  <a:satMod val="160000"/>
                </a:srgbClr>
              </a:gs>
              <a:gs pos="50000">
                <a:srgbClr val="406168">
                  <a:tint val="44500"/>
                  <a:satMod val="160000"/>
                </a:srgbClr>
              </a:gs>
              <a:gs pos="100000">
                <a:srgbClr val="406168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D4EB990-6845-3E60-3846-3E62E3D1DBF4}"/>
              </a:ext>
            </a:extLst>
          </p:cNvPr>
          <p:cNvSpPr/>
          <p:nvPr/>
        </p:nvSpPr>
        <p:spPr>
          <a:xfrm>
            <a:off x="6172881" y="1181100"/>
            <a:ext cx="464820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831336" y="1059180"/>
            <a:ext cx="1627632" cy="1417320"/>
          </a:xfrm>
          <a:prstGeom prst="roundRect">
            <a:avLst>
              <a:gd name="adj" fmla="val 7742"/>
            </a:avLst>
          </a:prstGeom>
          <a:gradFill flip="none" rotWithShape="1">
            <a:gsLst>
              <a:gs pos="0">
                <a:srgbClr val="406168">
                  <a:tint val="66000"/>
                  <a:satMod val="160000"/>
                </a:srgbClr>
              </a:gs>
              <a:gs pos="50000">
                <a:srgbClr val="406168">
                  <a:tint val="44500"/>
                  <a:satMod val="160000"/>
                </a:srgbClr>
              </a:gs>
              <a:gs pos="100000">
                <a:srgbClr val="406168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93FD4A6-0D84-0608-252B-B5E362388808}"/>
              </a:ext>
            </a:extLst>
          </p:cNvPr>
          <p:cNvSpPr/>
          <p:nvPr/>
        </p:nvSpPr>
        <p:spPr>
          <a:xfrm>
            <a:off x="4411766" y="1190612"/>
            <a:ext cx="464820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122406" y="1059180"/>
            <a:ext cx="1627632" cy="1417320"/>
          </a:xfrm>
          <a:prstGeom prst="roundRect">
            <a:avLst>
              <a:gd name="adj" fmla="val 7742"/>
            </a:avLst>
          </a:prstGeom>
          <a:gradFill flip="none" rotWithShape="1">
            <a:gsLst>
              <a:gs pos="0">
                <a:srgbClr val="406168">
                  <a:tint val="66000"/>
                  <a:satMod val="160000"/>
                </a:srgbClr>
              </a:gs>
              <a:gs pos="50000">
                <a:srgbClr val="406168">
                  <a:tint val="44500"/>
                  <a:satMod val="160000"/>
                </a:srgbClr>
              </a:gs>
              <a:gs pos="100000">
                <a:srgbClr val="406168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17148C6-C68B-D9A7-A34F-498E327921DA}"/>
              </a:ext>
            </a:extLst>
          </p:cNvPr>
          <p:cNvSpPr/>
          <p:nvPr/>
        </p:nvSpPr>
        <p:spPr>
          <a:xfrm>
            <a:off x="2653704" y="1177207"/>
            <a:ext cx="464820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0040" y="1059180"/>
            <a:ext cx="1627632" cy="1417320"/>
          </a:xfrm>
          <a:prstGeom prst="roundRect">
            <a:avLst>
              <a:gd name="adj" fmla="val 7742"/>
            </a:avLst>
          </a:prstGeom>
          <a:gradFill flip="none" rotWithShape="1">
            <a:gsLst>
              <a:gs pos="0">
                <a:srgbClr val="406168">
                  <a:shade val="30000"/>
                  <a:satMod val="115000"/>
                </a:srgbClr>
              </a:gs>
              <a:gs pos="50000">
                <a:srgbClr val="406168">
                  <a:shade val="67500"/>
                  <a:satMod val="115000"/>
                </a:srgbClr>
              </a:gs>
              <a:gs pos="100000">
                <a:srgbClr val="406168">
                  <a:shade val="100000"/>
                  <a:satMod val="115000"/>
                </a:srgbClr>
              </a:gs>
            </a:gsLst>
            <a:lin ang="13500000" scaled="1"/>
            <a:tileRect/>
          </a:gra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4BAAD98-EBAC-7A9C-D279-3DF957947930}"/>
              </a:ext>
            </a:extLst>
          </p:cNvPr>
          <p:cNvSpPr/>
          <p:nvPr/>
        </p:nvSpPr>
        <p:spPr>
          <a:xfrm>
            <a:off x="906780" y="1173480"/>
            <a:ext cx="464820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381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0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r>
              <a:rPr lang="en-US" sz="2200" b="1" dirty="0">
                <a:solidFill>
                  <a:srgbClr val="406168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40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Maps</a:t>
            </a:r>
            <a:endParaRPr lang="en-US" sz="2200" dirty="0">
              <a:solidFill>
                <a:srgbClr val="406168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320040" y="11963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93192" y="169926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874520" y="15163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075688" y="11963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148840" y="169926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30168" y="15163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831336" y="11963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904488" y="169926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85816" y="15163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586984" y="11963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660136" y="169926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or fix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problem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141464" y="15163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342632" y="12039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415784" y="17068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20040" y="2857224"/>
            <a:ext cx="8577072" cy="1783080"/>
          </a:xfrm>
          <a:prstGeom prst="roundRect">
            <a:avLst>
              <a:gd name="adj" fmla="val 6154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00389" y="3040104"/>
            <a:ext cx="8011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map captures: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00389" y="3405864"/>
            <a:ext cx="80115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the person does and thinks at every step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they feel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Concrete pain points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Exactly where the Safety and Ethics principle intervenes and improves the experience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4" grpId="0" animBg="1"/>
      <p:bldP spid="20" grpId="0" animBg="1"/>
      <p:bldP spid="31" grpId="0" animBg="1"/>
      <p:bldP spid="16" grpId="0" animBg="1"/>
      <p:bldP spid="32" grpId="0" animBg="1"/>
      <p:bldP spid="12" grpId="0" animBg="1"/>
      <p:bldP spid="33" grpId="0" animBg="1"/>
      <p:bldP spid="8" grpId="0" animBg="1"/>
      <p:bldP spid="30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0040" y="391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Map </a:t>
            </a: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Hoda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20040" y="684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frequent headaches on her phone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" y="1003164"/>
            <a:ext cx="114300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10488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371600" y="1003164"/>
            <a:ext cx="214884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17320" y="10488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/ Thinks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0440" y="1003164"/>
            <a:ext cx="118872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66160" y="10488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03164"/>
            <a:ext cx="196596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54880" y="10488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1003164"/>
            <a:ext cx="228600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20840" y="10488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Helps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1368924"/>
            <a:ext cx="1143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1442076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371600" y="1368924"/>
            <a:ext cx="214884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17320" y="144207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link. Looks for who runs the page.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520440" y="1368924"/>
            <a:ext cx="118872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566160" y="144207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Hesitant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1368924"/>
            <a:ext cx="196596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54880" y="144207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text. Unclear source.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675120" y="1368924"/>
            <a:ext cx="2286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720840" y="144207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says “AI, not a doctor” + sources. Large text.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2100444"/>
            <a:ext cx="1143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2173596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371600" y="2100444"/>
            <a:ext cx="2148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417320" y="217359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Dictates by voice typing.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520440" y="2100444"/>
            <a:ext cx="1188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566160" y="217359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Unsure dialect works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09160" y="2100444"/>
            <a:ext cx="1965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754880" y="217359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mistakes. Limited data.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75120" y="2100444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720840" y="217359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suggestions. Safety filter runs first.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28600" y="2831964"/>
            <a:ext cx="1143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74320" y="2905116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371600" y="2831964"/>
            <a:ext cx="214884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417320" y="290511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answer + looks for source.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520440" y="2831964"/>
            <a:ext cx="118872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566160" y="290511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Careful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09160" y="2831964"/>
            <a:ext cx="196596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754880" y="290511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words. Long text.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675120" y="2831964"/>
            <a:ext cx="2286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720840" y="29051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language + citation + “Why?” button.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28600" y="3563484"/>
            <a:ext cx="1143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274320" y="3636636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/ Fix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1371600" y="3563484"/>
            <a:ext cx="2148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417320" y="363663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for a simpler version.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520440" y="3563484"/>
            <a:ext cx="1188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3566160" y="363663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709160" y="3563484"/>
            <a:ext cx="1965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754880" y="363663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simple mode.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675120" y="3563484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720840" y="363663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Simple-language + text-size options. Honest “I am not sure”.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228600" y="4295004"/>
            <a:ext cx="1143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274320" y="4368156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1371600" y="4295004"/>
            <a:ext cx="214884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1417320" y="436815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to see a doctor. Tells family.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520440" y="4295004"/>
            <a:ext cx="118872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3566160" y="436815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control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709160" y="4295004"/>
            <a:ext cx="196596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4754880" y="436815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keep the answer.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675120" y="4295004"/>
            <a:ext cx="2286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6720840" y="436815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next step + clear-chat button.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0040" y="39319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Map </a:t>
            </a: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Mina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20040" y="68579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toddler has high fever at night — wants a dose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" y="999300"/>
            <a:ext cx="114300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10450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371600" y="999300"/>
            <a:ext cx="214884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17320" y="10450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/ Thinks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0440" y="999300"/>
            <a:ext cx="118872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66160" y="10450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999300"/>
            <a:ext cx="196596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54880" y="10450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999300"/>
            <a:ext cx="228600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20840" y="10450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Helps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1365060"/>
            <a:ext cx="1143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143821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371600" y="1365060"/>
            <a:ext cx="214884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17320" y="14382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page one-handed, holding child.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520440" y="1365060"/>
            <a:ext cx="118872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566160" y="143821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Worried &amp; tired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1365060"/>
            <a:ext cx="196596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54880" y="14382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help fast.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675120" y="1365060"/>
            <a:ext cx="2286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720840" y="143821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welcome. Emergency steps visible at top.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2096580"/>
            <a:ext cx="1143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216973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371600" y="2096580"/>
            <a:ext cx="2148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417320" y="21697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a treatment / dose question.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520440" y="2096580"/>
            <a:ext cx="1188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566160" y="216973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Expects a number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09160" y="2096580"/>
            <a:ext cx="1965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754880" y="21697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a dose.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75120" y="2096580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720840" y="21697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filter detects dose + child + fever → escalates.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28600" y="2828100"/>
            <a:ext cx="1143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74320" y="290125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371600" y="2828100"/>
            <a:ext cx="214884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417320" y="290125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refuses doses &amp; explains when to see a doctor.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520440" y="2828100"/>
            <a:ext cx="118872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566160" y="290125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 → reassured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09160" y="2828100"/>
            <a:ext cx="196596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754880" y="290125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can feel unhelpful.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675120" y="2828100"/>
            <a:ext cx="2286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720840" y="29012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 refusal + what the bot can do + care paths.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28600" y="3559620"/>
            <a:ext cx="1143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274320" y="363277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/ Fix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1371600" y="3559620"/>
            <a:ext cx="2148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417320" y="363277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Asks: when should I take him to the doctor?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520440" y="3559620"/>
            <a:ext cx="1188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3566160" y="363277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709160" y="3559620"/>
            <a:ext cx="1965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754880" y="363277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time.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675120" y="3559620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720840" y="36327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suggestions help him rephrase.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228600" y="4291140"/>
            <a:ext cx="1143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274320" y="436429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1371600" y="4291140"/>
            <a:ext cx="214884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1417320" y="436429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doctor / pharmacist. Sends feedback.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520440" y="4291140"/>
            <a:ext cx="118872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3566160" y="43642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Calmer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709160" y="4291140"/>
            <a:ext cx="196596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4754880" y="43642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was too long.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675120" y="4291140"/>
            <a:ext cx="2286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6720840" y="43642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button. Short answers. Disclaimer stays visible.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0040" y="393183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Map </a:t>
            </a: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Yara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20040" y="685791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tests limits, then types a red-flag sentence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" y="999309"/>
            <a:ext cx="114300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1045029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371600" y="999309"/>
            <a:ext cx="214884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17320" y="1045029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/ Thinks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0440" y="999309"/>
            <a:ext cx="118872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66160" y="104502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999309"/>
            <a:ext cx="196596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54880" y="1045029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999309"/>
            <a:ext cx="2286000" cy="36576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20840" y="1045029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Helps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1365069"/>
            <a:ext cx="1143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1438221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371600" y="1365069"/>
            <a:ext cx="214884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17320" y="1438221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on laptop. Reads the limits.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520440" y="1365069"/>
            <a:ext cx="118872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566160" y="1438221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1365069"/>
            <a:ext cx="196596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54880" y="1438221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see model / data details.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675120" y="1365069"/>
            <a:ext cx="2286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720840" y="1438221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lists model, data, and limits.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2096589"/>
            <a:ext cx="1143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2169741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371600" y="2096589"/>
            <a:ext cx="2148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417320" y="2169741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about caffeine in English then dialect.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520440" y="2096589"/>
            <a:ext cx="1188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566160" y="2169741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Curious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09160" y="2096589"/>
            <a:ext cx="1965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754880" y="2169741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both languages equal.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75120" y="2096589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720840" y="2169741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filter works in dialect, formal Arabic &amp; English.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28600" y="2828109"/>
            <a:ext cx="1143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74320" y="2901261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371600" y="2828109"/>
            <a:ext cx="214884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417320" y="2901261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cited passage + English original.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520440" y="2828109"/>
            <a:ext cx="118872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566160" y="2901261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09160" y="2828109"/>
            <a:ext cx="196596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754880" y="2901261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 written for the US.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675120" y="2828109"/>
            <a:ext cx="2286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720840" y="2901261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passage shown. “I am not sure” when evidence weak.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28600" y="3559629"/>
            <a:ext cx="1143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274320" y="3632781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/ Fix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1371600" y="3559629"/>
            <a:ext cx="2148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417320" y="3632781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chest-pain sentence to test.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520440" y="3559629"/>
            <a:ext cx="1188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3566160" y="3632781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Surprised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709160" y="3559629"/>
            <a:ext cx="1965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754880" y="3632781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number for wrong country.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675120" y="3559629"/>
            <a:ext cx="2286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720840" y="3632781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says call local emergency + shows 123 as example.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228600" y="4291149"/>
            <a:ext cx="1143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274320" y="4364301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1371600" y="4291149"/>
            <a:ext cx="214884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1417320" y="4364301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the problem via feedback.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520440" y="4291149"/>
            <a:ext cx="118872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3566160" y="4364301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Satisfied, still skeptical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709160" y="4291149"/>
            <a:ext cx="196596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4754880" y="4364301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to know if reports are read.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675120" y="4291149"/>
            <a:ext cx="2286000" cy="7315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6720840" y="4364301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asks for reason. Team reviews every report.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0040" y="404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r>
              <a:rPr lang="en-US" sz="1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1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Objectives (O1–O6)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20040" y="69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targets — team confirms after first evaluation run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" y="1066768"/>
            <a:ext cx="640080" cy="229452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1112488"/>
            <a:ext cx="548640" cy="172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066768"/>
            <a:ext cx="1737360" cy="229452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112488"/>
            <a:ext cx="1645920" cy="172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06040" y="1066768"/>
            <a:ext cx="1554480" cy="229452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651760" y="1112488"/>
            <a:ext cx="1463040" cy="172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60520" y="1066768"/>
            <a:ext cx="2560320" cy="229452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06240" y="1112488"/>
            <a:ext cx="2468880" cy="172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20840" y="1066768"/>
            <a:ext cx="2286000" cy="229452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66560" y="1112488"/>
            <a:ext cx="2194560" cy="172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1432528"/>
            <a:ext cx="64008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1505680"/>
            <a:ext cx="5486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1432528"/>
            <a:ext cx="173736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1505680"/>
            <a:ext cx="164592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Groundedness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606040" y="1432528"/>
            <a:ext cx="155448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651760" y="1505680"/>
            <a:ext cx="14630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quality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60520" y="1432528"/>
            <a:ext cx="256032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206240" y="1505680"/>
            <a:ext cx="246888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 of claims supported by retrieved passages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720840" y="1432528"/>
            <a:ext cx="228600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766560" y="1505680"/>
            <a:ext cx="219456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each claim supported / unsupported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28600" y="2054320"/>
            <a:ext cx="64008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2127472"/>
            <a:ext cx="5486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8680" y="2054320"/>
            <a:ext cx="173736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14400" y="2127472"/>
            <a:ext cx="164592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accuracy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606040" y="2054320"/>
            <a:ext cx="155448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651760" y="2127472"/>
            <a:ext cx="14630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quality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160520" y="2054320"/>
            <a:ext cx="256032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206240" y="2127472"/>
            <a:ext cx="246888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 of citations really contain the claim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720840" y="2054320"/>
            <a:ext cx="228600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766560" y="2127472"/>
            <a:ext cx="219456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each citation by hand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28600" y="2676112"/>
            <a:ext cx="64008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74320" y="2749264"/>
            <a:ext cx="5486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68680" y="2676112"/>
            <a:ext cx="173736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14400" y="2749264"/>
            <a:ext cx="164592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handling rate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606040" y="2676112"/>
            <a:ext cx="155448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2651760" y="2749264"/>
            <a:ext cx="14630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(Safety)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160520" y="2676112"/>
            <a:ext cx="256032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206240" y="2749264"/>
            <a:ext cx="246888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 risky prompts handled correctly · 100% red-flags escalate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720840" y="2676112"/>
            <a:ext cx="228600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766560" y="2749264"/>
            <a:ext cx="219456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correct handling on test set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228600" y="3297904"/>
            <a:ext cx="64008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274320" y="3371056"/>
            <a:ext cx="5486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68680" y="3297904"/>
            <a:ext cx="173736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914400" y="3371056"/>
            <a:ext cx="164592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success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2606040" y="3297904"/>
            <a:ext cx="155448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2651760" y="3371056"/>
            <a:ext cx="14630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4160520" y="3297904"/>
            <a:ext cx="256032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206240" y="3371056"/>
            <a:ext cx="246888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 of observed tasks end as “yes”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6720840" y="3297904"/>
            <a:ext cx="228600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766560" y="3371056"/>
            <a:ext cx="219456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test with 5 testers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228600" y="3919696"/>
            <a:ext cx="64008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274320" y="3992848"/>
            <a:ext cx="5486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O5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868680" y="3919696"/>
            <a:ext cx="173736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914400" y="3992848"/>
            <a:ext cx="164592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(SUS)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2606040" y="3919696"/>
            <a:ext cx="155448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2651760" y="3992848"/>
            <a:ext cx="14630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4160520" y="3919696"/>
            <a:ext cx="256032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4206240" y="3992848"/>
            <a:ext cx="246888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SUS ≥ 70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6720840" y="3919696"/>
            <a:ext cx="2286000" cy="390069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6766560" y="3992848"/>
            <a:ext cx="219456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10-item questionnaire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228600" y="4541488"/>
            <a:ext cx="64008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274320" y="4614640"/>
            <a:ext cx="5486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O6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868680" y="4541488"/>
            <a:ext cx="173736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914400" y="4614640"/>
            <a:ext cx="164592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2606040" y="4541488"/>
            <a:ext cx="155448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2651760" y="4614640"/>
            <a:ext cx="146304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4160520" y="4541488"/>
            <a:ext cx="256032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4206240" y="4614640"/>
            <a:ext cx="246888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≤ 8 s · Worst case ≤ 20 s</a:t>
            </a:r>
            <a:endParaRPr lang="en-US" sz="1100" dirty="0"/>
          </a:p>
        </p:txBody>
      </p:sp>
      <p:sp>
        <p:nvSpPr>
          <p:cNvPr id="74" name="Shape 71"/>
          <p:cNvSpPr/>
          <p:nvPr/>
        </p:nvSpPr>
        <p:spPr>
          <a:xfrm>
            <a:off x="6720840" y="4541488"/>
            <a:ext cx="2286000" cy="390069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6766560" y="4614640"/>
            <a:ext cx="219456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time for every test prompt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35467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Principle Ladder v1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" y="1116892"/>
            <a:ext cx="8503920" cy="731520"/>
          </a:xfrm>
          <a:prstGeom prst="roundRect">
            <a:avLst>
              <a:gd name="adj" fmla="val 9804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320040" y="1116892"/>
            <a:ext cx="1783080" cy="731520"/>
          </a:xfrm>
          <a:prstGeom prst="roundRect">
            <a:avLst>
              <a:gd name="adj" fmla="val 9804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411480" y="1370592"/>
            <a:ext cx="160020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Inform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86000" y="1187712"/>
            <a:ext cx="484632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+ always-visible banner: “I am an AI, not a doctor”, data sources, and limits.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286000" y="1553472"/>
            <a:ext cx="484632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 of testers can state what data the bot uses and what it cannot do.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0" y="1353560"/>
            <a:ext cx="1325880" cy="301214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7315200" y="1393006"/>
            <a:ext cx="1325880" cy="22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O5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2141020"/>
            <a:ext cx="8503920" cy="731520"/>
          </a:xfrm>
          <a:prstGeom prst="roundRect">
            <a:avLst>
              <a:gd name="adj" fmla="val 9804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5" name="Shape 12"/>
          <p:cNvSpPr/>
          <p:nvPr/>
        </p:nvSpPr>
        <p:spPr>
          <a:xfrm>
            <a:off x="320040" y="2141020"/>
            <a:ext cx="1783080" cy="731520"/>
          </a:xfrm>
          <a:prstGeom prst="roundRect">
            <a:avLst>
              <a:gd name="adj" fmla="val 9804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6" name="Text 13"/>
          <p:cNvSpPr/>
          <p:nvPr/>
        </p:nvSpPr>
        <p:spPr>
          <a:xfrm>
            <a:off x="411480" y="2394720"/>
            <a:ext cx="160020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Explain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86000" y="2211840"/>
            <a:ext cx="484632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did you say this?” shows the retrieved passage, source, and English original.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286000" y="2577600"/>
            <a:ext cx="484632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 of testers find the button and understand it without help.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0" y="2377688"/>
            <a:ext cx="1325880" cy="301214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0" name="Text 17"/>
          <p:cNvSpPr/>
          <p:nvPr/>
        </p:nvSpPr>
        <p:spPr>
          <a:xfrm>
            <a:off x="7315200" y="2417134"/>
            <a:ext cx="1325880" cy="22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O1, O2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0040" y="3165148"/>
            <a:ext cx="8503920" cy="731520"/>
          </a:xfrm>
          <a:prstGeom prst="roundRect">
            <a:avLst>
              <a:gd name="adj" fmla="val 9804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22" name="Shape 19"/>
          <p:cNvSpPr/>
          <p:nvPr/>
        </p:nvSpPr>
        <p:spPr>
          <a:xfrm>
            <a:off x="320040" y="3165148"/>
            <a:ext cx="1783080" cy="731520"/>
          </a:xfrm>
          <a:prstGeom prst="roundRect">
            <a:avLst>
              <a:gd name="adj" fmla="val 9804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3" name="Text 20"/>
          <p:cNvSpPr/>
          <p:nvPr/>
        </p:nvSpPr>
        <p:spPr>
          <a:xfrm>
            <a:off x="411480" y="3418848"/>
            <a:ext cx="160020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Allow control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286000" y="3235968"/>
            <a:ext cx="484632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language, text-size toggle, clear chat, and Help button to reach a real person.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286000" y="3601728"/>
            <a:ext cx="484632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 of testers change one setting in under 1 minute.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15200" y="3401816"/>
            <a:ext cx="1325880" cy="301214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7" name="Text 24"/>
          <p:cNvSpPr/>
          <p:nvPr/>
        </p:nvSpPr>
        <p:spPr>
          <a:xfrm>
            <a:off x="7315200" y="3441262"/>
            <a:ext cx="1325880" cy="22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4189276"/>
            <a:ext cx="8503920" cy="731520"/>
          </a:xfrm>
          <a:prstGeom prst="roundRect">
            <a:avLst>
              <a:gd name="adj" fmla="val 9804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29" name="Shape 26"/>
          <p:cNvSpPr/>
          <p:nvPr/>
        </p:nvSpPr>
        <p:spPr>
          <a:xfrm>
            <a:off x="320040" y="4189276"/>
            <a:ext cx="1783080" cy="731520"/>
          </a:xfrm>
          <a:prstGeom prst="roundRect">
            <a:avLst>
              <a:gd name="adj" fmla="val 9804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0" name="Text 27"/>
          <p:cNvSpPr/>
          <p:nvPr/>
        </p:nvSpPr>
        <p:spPr>
          <a:xfrm>
            <a:off x="411480" y="4442976"/>
            <a:ext cx="160020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Enable feedback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286000" y="4260096"/>
            <a:ext cx="484632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“Report this answer” asks for a reason. Team reviews every report before each release.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286000" y="4625856"/>
            <a:ext cx="484632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50% of negative reports include a reason. 100% of reports are reviewed.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15200" y="4425944"/>
            <a:ext cx="1325880" cy="301214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4" name="Text 31"/>
          <p:cNvSpPr/>
          <p:nvPr/>
        </p:nvSpPr>
        <p:spPr>
          <a:xfrm>
            <a:off x="7315200" y="4465390"/>
            <a:ext cx="1325880" cy="22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354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Choices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" y="779244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8889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1450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LLM (free tier)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504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Laptops cannot run local models. Provider switchable via settings. Multi-model cascade. Keys never in repo.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779244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37760" y="8889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11450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(TypeScript)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37760" y="146504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lightweight REST API serving RAG vector retrieval, cascading LLM controllers.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150844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22605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261004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+ Tailwind CSS v4 + Framer Motion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293008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bilingual UI (Arabic/English) Accessible chat markup: landmarks, live region, full keyboard.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2150844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37760" y="22605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37760" y="2616719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MedlinePlus JSON + multilingual embeddings + Chroma/Fai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937760" y="2936759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only from retrieved passages. Weak match → “I am not sure”.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0040" y="3522444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2920" y="36321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" y="38882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filter (pre-retrieval)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2920" y="420824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flags, diagnosis &amp; dose requests in formal Arabic, dialect &amp; English. Fixed &amp; testable.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54880" y="3522444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37760" y="36321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37760" y="38882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test runner + spreadsheet labels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937760" y="420824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O1–O6 before/after every improvement.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8E4C610B-A319-CA3E-09FA-09B783D91883}"/>
              </a:ext>
            </a:extLst>
          </p:cNvPr>
          <p:cNvSpPr/>
          <p:nvPr/>
        </p:nvSpPr>
        <p:spPr>
          <a:xfrm>
            <a:off x="1129652" y="1169880"/>
            <a:ext cx="274320" cy="205740"/>
          </a:xfrm>
          <a:prstGeom prst="rightArrow">
            <a:avLst/>
          </a:prstGeom>
          <a:solidFill>
            <a:srgbClr val="0D4F5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C155D840-E730-261F-A296-EB54E0C7C029}"/>
              </a:ext>
            </a:extLst>
          </p:cNvPr>
          <p:cNvSpPr/>
          <p:nvPr/>
        </p:nvSpPr>
        <p:spPr>
          <a:xfrm>
            <a:off x="1127268" y="3070147"/>
            <a:ext cx="274320" cy="205740"/>
          </a:xfrm>
          <a:prstGeom prst="rightArrow">
            <a:avLst/>
          </a:prstGeom>
          <a:solidFill>
            <a:srgbClr val="0D4F5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116707B-D1EA-52BC-C8C0-D8ACECC42620}"/>
              </a:ext>
            </a:extLst>
          </p:cNvPr>
          <p:cNvSpPr/>
          <p:nvPr/>
        </p:nvSpPr>
        <p:spPr>
          <a:xfrm>
            <a:off x="1127269" y="4036942"/>
            <a:ext cx="274320" cy="205740"/>
          </a:xfrm>
          <a:prstGeom prst="rightArrow">
            <a:avLst/>
          </a:prstGeom>
          <a:solidFill>
            <a:srgbClr val="0D4F5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7D456A84-0687-2C72-3BD4-5D4EB3C4412E}"/>
              </a:ext>
            </a:extLst>
          </p:cNvPr>
          <p:cNvSpPr/>
          <p:nvPr/>
        </p:nvSpPr>
        <p:spPr>
          <a:xfrm>
            <a:off x="1131543" y="2116671"/>
            <a:ext cx="274320" cy="205740"/>
          </a:xfrm>
          <a:prstGeom prst="rightArrow">
            <a:avLst/>
          </a:prstGeom>
          <a:solidFill>
            <a:srgbClr val="0D4F5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02920" y="960120"/>
            <a:ext cx="640080" cy="640080"/>
          </a:xfrm>
          <a:prstGeom prst="ellipse">
            <a:avLst/>
          </a:prstGeom>
          <a:solidFill>
            <a:srgbClr val="0D4F5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" y="1920240"/>
            <a:ext cx="640080" cy="640080"/>
          </a:xfrm>
          <a:prstGeom prst="ellipse">
            <a:avLst/>
          </a:prstGeom>
          <a:solidFill>
            <a:srgbClr val="0D4F5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02920" y="2880360"/>
            <a:ext cx="640080" cy="640080"/>
          </a:xfrm>
          <a:prstGeom prst="ellipse">
            <a:avLst/>
          </a:prstGeom>
          <a:solidFill>
            <a:srgbClr val="0D4F5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02920" y="3840480"/>
            <a:ext cx="640080" cy="640080"/>
          </a:xfrm>
          <a:prstGeom prst="ellipse">
            <a:avLst/>
          </a:prstGeom>
          <a:solidFill>
            <a:srgbClr val="0D4F5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Answers Are Grounded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02920" y="1097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417320" y="876352"/>
            <a:ext cx="7223760" cy="822960"/>
          </a:xfrm>
          <a:prstGeom prst="roundRect">
            <a:avLst>
              <a:gd name="adj" fmla="val 11111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645920" y="9326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Filter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45920" y="128783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is checked first for red flags, diagnosis, and dose requests.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417320" y="1836472"/>
            <a:ext cx="7223760" cy="822960"/>
          </a:xfrm>
          <a:prstGeom prst="roundRect">
            <a:avLst>
              <a:gd name="adj" fmla="val 11111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645920" y="1946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645920" y="224795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 Arabic MedlinePlus passages are found via embeddings + Chroma.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" y="3017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1417320" y="2796592"/>
            <a:ext cx="7223760" cy="822960"/>
          </a:xfrm>
          <a:prstGeom prst="roundRect">
            <a:avLst>
              <a:gd name="adj" fmla="val 11111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645920" y="2906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645920" y="320807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match is weak → bot says “I am not sure” and offers escalation paths.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292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1417320" y="3756712"/>
            <a:ext cx="7223760" cy="822960"/>
          </a:xfrm>
          <a:prstGeom prst="roundRect">
            <a:avLst>
              <a:gd name="adj" fmla="val 11111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645920" y="3866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645920" y="416819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writes the answer only from the retrieved passages and cites the exact one.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0" grpId="0" animBg="1"/>
      <p:bldP spid="31" grpId="0" animBg="1"/>
      <p:bldP spid="32" grpId="0" animBg="1"/>
      <p:bldP spid="7" grpId="0" animBg="1"/>
      <p:bldP spid="13" grpId="0" animBg="1"/>
      <p:bldP spid="19" grpId="0" animBg="1"/>
      <p:bldP spid="25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0040" y="304751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</a:t>
            </a: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sz="17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Log (Appendix A)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28600" y="883033"/>
            <a:ext cx="457200" cy="30502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928753"/>
            <a:ext cx="365760" cy="20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883033"/>
            <a:ext cx="1005840" cy="30502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928753"/>
            <a:ext cx="914400" cy="20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691640" y="883033"/>
            <a:ext cx="2560320" cy="30502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737360" y="928753"/>
            <a:ext cx="2468880" cy="20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Prompt (summary)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51960" y="883033"/>
            <a:ext cx="2377440" cy="30502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97680" y="928753"/>
            <a:ext cx="2286000" cy="20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gave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29400" y="883033"/>
            <a:ext cx="2377440" cy="305020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928753"/>
            <a:ext cx="2286000" cy="20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changed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1248793"/>
            <a:ext cx="457200" cy="632068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1340233"/>
            <a:ext cx="36576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" y="1248793"/>
            <a:ext cx="1005840" cy="632068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" y="1340233"/>
            <a:ext cx="91440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691640" y="1248793"/>
            <a:ext cx="2560320" cy="632068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737360" y="1340233"/>
            <a:ext cx="246888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requirements for our project (Arabic)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251960" y="1248793"/>
            <a:ext cx="2377440" cy="632068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297680" y="1340233"/>
            <a:ext cx="228600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Week 3/4 requirements + bias findings + metrics + ladder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29400" y="1248793"/>
            <a:ext cx="2377440" cy="632068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675120" y="1340233"/>
            <a:ext cx="228600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planning. Team still decides every target number.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28600" y="2437513"/>
            <a:ext cx="457200" cy="632068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2528953"/>
            <a:ext cx="36576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85800" y="2437513"/>
            <a:ext cx="1005840" cy="632068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31520" y="2528953"/>
            <a:ext cx="91440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691640" y="2437513"/>
            <a:ext cx="2560320" cy="632068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737360" y="2528953"/>
            <a:ext cx="246888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we get Arabic data? (not English)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251960" y="2437513"/>
            <a:ext cx="2377440" cy="632068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297680" y="2528953"/>
            <a:ext cx="228600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WHO Arabic, translated MedlinePlus, ready datasets, self-written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629400" y="2437513"/>
            <a:ext cx="2377440" cy="632068"/>
          </a:xfrm>
          <a:prstGeom prst="rect">
            <a:avLst/>
          </a:prstGeom>
          <a:solidFill>
            <a:srgbClr val="FFFFFF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675120" y="2528953"/>
            <a:ext cx="228600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 Arabic Pile (helper) + MedlinePlus (answers).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28600" y="3626233"/>
            <a:ext cx="457200" cy="632068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74320" y="3717673"/>
            <a:ext cx="36576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85800" y="3626233"/>
            <a:ext cx="1005840" cy="632068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31520" y="3717673"/>
            <a:ext cx="91440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691640" y="3626233"/>
            <a:ext cx="2560320" cy="632068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737360" y="3717673"/>
            <a:ext cx="246888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work from Arabic MedlinePlus + Pile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251960" y="3626233"/>
            <a:ext cx="2377440" cy="632068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297680" y="3717673"/>
            <a:ext cx="228600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Warning: Pile has no listed sources. Proposal: MedlinePlus for answers, Pile as helper only.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629400" y="3626233"/>
            <a:ext cx="2377440" cy="632068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675120" y="3717673"/>
            <a:ext cx="2286000" cy="53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 helper-only role to protect citations &amp; safety.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640080"/>
            <a:ext cx="1554480" cy="15544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1371600" cy="13716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… What We Delivered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65760" y="822960"/>
            <a:ext cx="4160520" cy="3794760"/>
          </a:xfrm>
          <a:prstGeom prst="roundRect">
            <a:avLst>
              <a:gd name="adj" fmla="val 2892"/>
            </a:avLst>
          </a:prstGeom>
          <a:solidFill>
            <a:srgbClr val="F0FDFA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822960"/>
            <a:ext cx="4160520" cy="685800"/>
          </a:xfrm>
          <a:prstGeom prst="roundRect">
            <a:avLst>
              <a:gd name="adj" fmla="val 16000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3 personas (below / typical / advanced)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2 novice AI users + accessibility needs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Bias-check with concrete changes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Public data sources + licenses explained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0" y="822960"/>
            <a:ext cx="4160520" cy="3794760"/>
          </a:xfrm>
          <a:prstGeom prst="roundRect">
            <a:avLst>
              <a:gd name="adj" fmla="val 2892"/>
            </a:avLst>
          </a:prstGeom>
          <a:solidFill>
            <a:srgbClr val="F0FDFA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4880" y="822960"/>
            <a:ext cx="4160520" cy="685800"/>
          </a:xfrm>
          <a:prstGeom prst="roundRect">
            <a:avLst>
              <a:gd name="adj" fmla="val 16000"/>
            </a:avLst>
          </a:prstGeom>
          <a:solidFill>
            <a:srgbClr val="0D4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5488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02920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Journey map for each persona (5 steps)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6 measurable objectives with targets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0" y="3063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HAI Principle Ladder (4 levels)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02920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Full tool stack + grounding strategy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217920" y="-1463040"/>
            <a:ext cx="4754880" cy="4754880"/>
          </a:xfrm>
          <a:prstGeom prst="ellipse">
            <a:avLst/>
          </a:prstGeom>
          <a:solidFill>
            <a:srgbClr val="0F766E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-1463040" y="2651760"/>
            <a:ext cx="3840480" cy="3840480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2315</Words>
  <Application>Microsoft Office PowerPoint</Application>
  <PresentationFormat>On-screen Show (16:9)</PresentationFormat>
  <Paragraphs>491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Information Navigator – Weeks 3 &amp; 4</dc:title>
  <dc:subject>HAI Term Project 2026 – Users, Data, Objectives &amp; Ladder</dc:subject>
  <dc:creator>Track 9 Team</dc:creator>
  <cp:lastModifiedBy>كريم صلاح عبدالعزيز نصر حريش</cp:lastModifiedBy>
  <cp:revision>3</cp:revision>
  <dcterms:created xsi:type="dcterms:W3CDTF">2026-10-24T22:23:28Z</dcterms:created>
  <dcterms:modified xsi:type="dcterms:W3CDTF">2026-10-25T13:01:33Z</dcterms:modified>
</cp:coreProperties>
</file>